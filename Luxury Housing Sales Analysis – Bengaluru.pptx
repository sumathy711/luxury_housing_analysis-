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0EED2-3F75-435A-987F-C11953FE40FC}" v="92" dt="2026-03-02T06:00:26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athi j" userId="9765cd0fe4731363" providerId="LiveId" clId="{6759B8F6-452E-4B55-B554-F18C7D0BC100}"/>
    <pc:docChg chg="undo custSel addSld delSld modSld">
      <pc:chgData name="sumathi j" userId="9765cd0fe4731363" providerId="LiveId" clId="{6759B8F6-452E-4B55-B554-F18C7D0BC100}" dt="2026-03-02T06:04:42.153" v="735" actId="47"/>
      <pc:docMkLst>
        <pc:docMk/>
      </pc:docMkLst>
      <pc:sldChg chg="addSp delSp modSp mod">
        <pc:chgData name="sumathi j" userId="9765cd0fe4731363" providerId="LiveId" clId="{6759B8F6-452E-4B55-B554-F18C7D0BC100}" dt="2026-03-02T05:52:57.039" v="331" actId="1076"/>
        <pc:sldMkLst>
          <pc:docMk/>
          <pc:sldMk cId="282223575" sldId="257"/>
        </pc:sldMkLst>
        <pc:spChg chg="mod">
          <ac:chgData name="sumathi j" userId="9765cd0fe4731363" providerId="LiveId" clId="{6759B8F6-452E-4B55-B554-F18C7D0BC100}" dt="2026-03-02T05:52:57.039" v="331" actId="1076"/>
          <ac:spMkLst>
            <pc:docMk/>
            <pc:sldMk cId="282223575" sldId="257"/>
            <ac:spMk id="2" creationId="{E23E58F7-78E9-392B-5AB1-CEF2552C4A7B}"/>
          </ac:spMkLst>
        </pc:spChg>
        <pc:spChg chg="mod">
          <ac:chgData name="sumathi j" userId="9765cd0fe4731363" providerId="LiveId" clId="{6759B8F6-452E-4B55-B554-F18C7D0BC100}" dt="2026-03-02T05:52:41.325" v="328" actId="1076"/>
          <ac:spMkLst>
            <pc:docMk/>
            <pc:sldMk cId="282223575" sldId="257"/>
            <ac:spMk id="3" creationId="{6E3C25CF-17A1-4B81-F6EB-6888144A478A}"/>
          </ac:spMkLst>
        </pc:spChg>
        <pc:spChg chg="add">
          <ac:chgData name="sumathi j" userId="9765cd0fe4731363" providerId="LiveId" clId="{6759B8F6-452E-4B55-B554-F18C7D0BC100}" dt="2026-03-02T05:49:29.470" v="281" actId="26606"/>
          <ac:spMkLst>
            <pc:docMk/>
            <pc:sldMk cId="282223575" sldId="257"/>
            <ac:spMk id="14" creationId="{D1D34770-47A8-402C-AF23-2B653F2D88C1}"/>
          </ac:spMkLst>
        </pc:spChg>
        <pc:picChg chg="mod ord">
          <ac:chgData name="sumathi j" userId="9765cd0fe4731363" providerId="LiveId" clId="{6759B8F6-452E-4B55-B554-F18C7D0BC100}" dt="2026-03-02T05:52:48.698" v="330" actId="14100"/>
          <ac:picMkLst>
            <pc:docMk/>
            <pc:sldMk cId="282223575" sldId="257"/>
            <ac:picMk id="5" creationId="{E2144FE9-291A-AA04-6F52-2951E9DBFAE2}"/>
          </ac:picMkLst>
        </pc:picChg>
        <pc:cxnChg chg="del">
          <ac:chgData name="sumathi j" userId="9765cd0fe4731363" providerId="LiveId" clId="{6759B8F6-452E-4B55-B554-F18C7D0BC100}" dt="2026-03-02T05:49:29.470" v="281" actId="26606"/>
          <ac:cxnSpMkLst>
            <pc:docMk/>
            <pc:sldMk cId="282223575" sldId="257"/>
            <ac:cxnSpMk id="9" creationId="{1503BFE4-729B-D9D0-C17B-501E6AF1127A}"/>
          </ac:cxnSpMkLst>
        </pc:cxnChg>
      </pc:sldChg>
      <pc:sldChg chg="modSp mod">
        <pc:chgData name="sumathi j" userId="9765cd0fe4731363" providerId="LiveId" clId="{6759B8F6-452E-4B55-B554-F18C7D0BC100}" dt="2026-03-02T05:53:47.557" v="337" actId="113"/>
        <pc:sldMkLst>
          <pc:docMk/>
          <pc:sldMk cId="3215165531" sldId="258"/>
        </pc:sldMkLst>
        <pc:spChg chg="mod">
          <ac:chgData name="sumathi j" userId="9765cd0fe4731363" providerId="LiveId" clId="{6759B8F6-452E-4B55-B554-F18C7D0BC100}" dt="2026-03-02T05:53:47.557" v="337" actId="113"/>
          <ac:spMkLst>
            <pc:docMk/>
            <pc:sldMk cId="3215165531" sldId="258"/>
            <ac:spMk id="2" creationId="{D727175A-740D-1054-367F-A32E440241F1}"/>
          </ac:spMkLst>
        </pc:spChg>
        <pc:spChg chg="mod">
          <ac:chgData name="sumathi j" userId="9765cd0fe4731363" providerId="LiveId" clId="{6759B8F6-452E-4B55-B554-F18C7D0BC100}" dt="2026-03-02T05:53:39.715" v="335" actId="255"/>
          <ac:spMkLst>
            <pc:docMk/>
            <pc:sldMk cId="3215165531" sldId="258"/>
            <ac:spMk id="4" creationId="{D0840918-373C-A858-A765-6079220B828C}"/>
          </ac:spMkLst>
        </pc:spChg>
      </pc:sldChg>
      <pc:sldChg chg="modSp mod">
        <pc:chgData name="sumathi j" userId="9765cd0fe4731363" providerId="LiveId" clId="{6759B8F6-452E-4B55-B554-F18C7D0BC100}" dt="2026-03-02T05:54:23.266" v="342" actId="14100"/>
        <pc:sldMkLst>
          <pc:docMk/>
          <pc:sldMk cId="54713698" sldId="259"/>
        </pc:sldMkLst>
        <pc:spChg chg="mod">
          <ac:chgData name="sumathi j" userId="9765cd0fe4731363" providerId="LiveId" clId="{6759B8F6-452E-4B55-B554-F18C7D0BC100}" dt="2026-03-02T05:54:20.283" v="341" actId="1076"/>
          <ac:spMkLst>
            <pc:docMk/>
            <pc:sldMk cId="54713698" sldId="259"/>
            <ac:spMk id="2" creationId="{7192535E-3628-FADA-5232-CBF7C32D700C}"/>
          </ac:spMkLst>
        </pc:spChg>
        <pc:spChg chg="mod">
          <ac:chgData name="sumathi j" userId="9765cd0fe4731363" providerId="LiveId" clId="{6759B8F6-452E-4B55-B554-F18C7D0BC100}" dt="2026-03-02T05:54:23.266" v="342" actId="14100"/>
          <ac:spMkLst>
            <pc:docMk/>
            <pc:sldMk cId="54713698" sldId="259"/>
            <ac:spMk id="3" creationId="{0C92CD5D-7939-66E8-4898-578D3F1F908D}"/>
          </ac:spMkLst>
        </pc:spChg>
      </pc:sldChg>
      <pc:sldChg chg="modSp mod">
        <pc:chgData name="sumathi j" userId="9765cd0fe4731363" providerId="LiveId" clId="{6759B8F6-452E-4B55-B554-F18C7D0BC100}" dt="2026-03-02T05:55:24.607" v="345"/>
        <pc:sldMkLst>
          <pc:docMk/>
          <pc:sldMk cId="3037088304" sldId="261"/>
        </pc:sldMkLst>
        <pc:graphicFrameChg chg="mod modGraphic">
          <ac:chgData name="sumathi j" userId="9765cd0fe4731363" providerId="LiveId" clId="{6759B8F6-452E-4B55-B554-F18C7D0BC100}" dt="2026-03-02T05:55:24.607" v="345"/>
          <ac:graphicFrameMkLst>
            <pc:docMk/>
            <pc:sldMk cId="3037088304" sldId="261"/>
            <ac:graphicFrameMk id="27" creationId="{AAEB3FD4-ED7B-1B96-9DCD-AB7766FBDBA0}"/>
          </ac:graphicFrameMkLst>
        </pc:graphicFrameChg>
      </pc:sldChg>
      <pc:sldChg chg="modSp mod">
        <pc:chgData name="sumathi j" userId="9765cd0fe4731363" providerId="LiveId" clId="{6759B8F6-452E-4B55-B554-F18C7D0BC100}" dt="2026-03-02T05:56:53.355" v="357" actId="14100"/>
        <pc:sldMkLst>
          <pc:docMk/>
          <pc:sldMk cId="1404256619" sldId="262"/>
        </pc:sldMkLst>
        <pc:spChg chg="mod">
          <ac:chgData name="sumathi j" userId="9765cd0fe4731363" providerId="LiveId" clId="{6759B8F6-452E-4B55-B554-F18C7D0BC100}" dt="2026-03-02T05:56:53.355" v="357" actId="14100"/>
          <ac:spMkLst>
            <pc:docMk/>
            <pc:sldMk cId="1404256619" sldId="262"/>
            <ac:spMk id="2" creationId="{1FAA02EF-020A-6B5D-245C-B78EB399AD51}"/>
          </ac:spMkLst>
        </pc:spChg>
        <pc:graphicFrameChg chg="mod modGraphic">
          <ac:chgData name="sumathi j" userId="9765cd0fe4731363" providerId="LiveId" clId="{6759B8F6-452E-4B55-B554-F18C7D0BC100}" dt="2026-03-02T05:56:44.967" v="354" actId="14100"/>
          <ac:graphicFrameMkLst>
            <pc:docMk/>
            <pc:sldMk cId="1404256619" sldId="262"/>
            <ac:graphicFrameMk id="5" creationId="{C2A31090-855D-7FC8-B2B0-5A16F6D7C186}"/>
          </ac:graphicFrameMkLst>
        </pc:graphicFrameChg>
      </pc:sldChg>
      <pc:sldChg chg="addSp delSp modSp mod setBg">
        <pc:chgData name="sumathi j" userId="9765cd0fe4731363" providerId="LiveId" clId="{6759B8F6-452E-4B55-B554-F18C7D0BC100}" dt="2026-03-02T05:58:48.476" v="374" actId="122"/>
        <pc:sldMkLst>
          <pc:docMk/>
          <pc:sldMk cId="1112167565" sldId="263"/>
        </pc:sldMkLst>
        <pc:spChg chg="mod">
          <ac:chgData name="sumathi j" userId="9765cd0fe4731363" providerId="LiveId" clId="{6759B8F6-452E-4B55-B554-F18C7D0BC100}" dt="2026-03-02T05:58:48.476" v="374" actId="122"/>
          <ac:spMkLst>
            <pc:docMk/>
            <pc:sldMk cId="1112167565" sldId="263"/>
            <ac:spMk id="2" creationId="{AA572CDD-73C0-503E-44C2-60E5EE225BBA}"/>
          </ac:spMkLst>
        </pc:spChg>
        <pc:spChg chg="del mod">
          <ac:chgData name="sumathi j" userId="9765cd0fe4731363" providerId="LiveId" clId="{6759B8F6-452E-4B55-B554-F18C7D0BC100}" dt="2026-03-01T23:54:15.803" v="13" actId="26606"/>
          <ac:spMkLst>
            <pc:docMk/>
            <pc:sldMk cId="1112167565" sldId="263"/>
            <ac:spMk id="6" creationId="{8956652F-A8F4-7CC3-5738-E5E415970443}"/>
          </ac:spMkLst>
        </pc:spChg>
        <pc:spChg chg="add">
          <ac:chgData name="sumathi j" userId="9765cd0fe4731363" providerId="LiveId" clId="{6759B8F6-452E-4B55-B554-F18C7D0BC100}" dt="2026-03-01T23:54:15.803" v="13" actId="26606"/>
          <ac:spMkLst>
            <pc:docMk/>
            <pc:sldMk cId="1112167565" sldId="263"/>
            <ac:spMk id="12" creationId="{BACC6370-2D7E-4714-9D71-7542949D7D5D}"/>
          </ac:spMkLst>
        </pc:spChg>
        <pc:spChg chg="add">
          <ac:chgData name="sumathi j" userId="9765cd0fe4731363" providerId="LiveId" clId="{6759B8F6-452E-4B55-B554-F18C7D0BC100}" dt="2026-03-01T23:54:15.803" v="13" actId="26606"/>
          <ac:spMkLst>
            <pc:docMk/>
            <pc:sldMk cId="1112167565" sldId="263"/>
            <ac:spMk id="14" creationId="{F68B3F68-107C-434F-AA38-110D5EA91B85}"/>
          </ac:spMkLst>
        </pc:spChg>
        <pc:spChg chg="add">
          <ac:chgData name="sumathi j" userId="9765cd0fe4731363" providerId="LiveId" clId="{6759B8F6-452E-4B55-B554-F18C7D0BC100}" dt="2026-03-01T23:54:15.803" v="13" actId="26606"/>
          <ac:spMkLst>
            <pc:docMk/>
            <pc:sldMk cId="1112167565" sldId="263"/>
            <ac:spMk id="16" creationId="{AAD0DBB9-1A4B-4391-81D4-CB19F9AB918A}"/>
          </ac:spMkLst>
        </pc:spChg>
        <pc:spChg chg="add">
          <ac:chgData name="sumathi j" userId="9765cd0fe4731363" providerId="LiveId" clId="{6759B8F6-452E-4B55-B554-F18C7D0BC100}" dt="2026-03-01T23:54:15.803" v="13" actId="26606"/>
          <ac:spMkLst>
            <pc:docMk/>
            <pc:sldMk cId="1112167565" sldId="263"/>
            <ac:spMk id="18" creationId="{063BBA22-50EA-4C4D-BE05-F1CE4E63AA56}"/>
          </ac:spMkLst>
        </pc:spChg>
        <pc:graphicFrameChg chg="add mod">
          <ac:chgData name="sumathi j" userId="9765cd0fe4731363" providerId="LiveId" clId="{6759B8F6-452E-4B55-B554-F18C7D0BC100}" dt="2026-03-01T23:56:58.600" v="34" actId="2711"/>
          <ac:graphicFrameMkLst>
            <pc:docMk/>
            <pc:sldMk cId="1112167565" sldId="263"/>
            <ac:graphicFrameMk id="8" creationId="{FB0F6943-5925-A110-9649-06CE47989440}"/>
          </ac:graphicFrameMkLst>
        </pc:graphicFrameChg>
      </pc:sldChg>
      <pc:sldChg chg="addSp delSp modSp new mod setBg">
        <pc:chgData name="sumathi j" userId="9765cd0fe4731363" providerId="LiveId" clId="{6759B8F6-452E-4B55-B554-F18C7D0BC100}" dt="2026-03-02T05:57:32.451" v="366" actId="6549"/>
        <pc:sldMkLst>
          <pc:docMk/>
          <pc:sldMk cId="3434077599" sldId="264"/>
        </pc:sldMkLst>
        <pc:spChg chg="mod">
          <ac:chgData name="sumathi j" userId="9765cd0fe4731363" providerId="LiveId" clId="{6759B8F6-452E-4B55-B554-F18C7D0BC100}" dt="2026-03-02T05:57:32.451" v="366" actId="6549"/>
          <ac:spMkLst>
            <pc:docMk/>
            <pc:sldMk cId="3434077599" sldId="264"/>
            <ac:spMk id="2" creationId="{53BF0902-34D1-BD77-F573-A4A1E703DE44}"/>
          </ac:spMkLst>
        </pc:spChg>
        <pc:spChg chg="del mod">
          <ac:chgData name="sumathi j" userId="9765cd0fe4731363" providerId="LiveId" clId="{6759B8F6-452E-4B55-B554-F18C7D0BC100}" dt="2026-03-02T00:00:16.397" v="55" actId="26606"/>
          <ac:spMkLst>
            <pc:docMk/>
            <pc:sldMk cId="3434077599" sldId="264"/>
            <ac:spMk id="3" creationId="{4B836C03-70C3-BE1B-F11F-8EB64DD74299}"/>
          </ac:spMkLst>
        </pc:spChg>
        <pc:spChg chg="add">
          <ac:chgData name="sumathi j" userId="9765cd0fe4731363" providerId="LiveId" clId="{6759B8F6-452E-4B55-B554-F18C7D0BC100}" dt="2026-03-02T00:00:16.397" v="55" actId="26606"/>
          <ac:spMkLst>
            <pc:docMk/>
            <pc:sldMk cId="3434077599" sldId="264"/>
            <ac:spMk id="9" creationId="{BACC6370-2D7E-4714-9D71-7542949D7D5D}"/>
          </ac:spMkLst>
        </pc:spChg>
        <pc:spChg chg="add">
          <ac:chgData name="sumathi j" userId="9765cd0fe4731363" providerId="LiveId" clId="{6759B8F6-452E-4B55-B554-F18C7D0BC100}" dt="2026-03-02T00:00:16.397" v="55" actId="26606"/>
          <ac:spMkLst>
            <pc:docMk/>
            <pc:sldMk cId="3434077599" sldId="264"/>
            <ac:spMk id="11" creationId="{256B2C21-A230-48C0-8DF1-C46611373C44}"/>
          </ac:spMkLst>
        </pc:spChg>
        <pc:spChg chg="add">
          <ac:chgData name="sumathi j" userId="9765cd0fe4731363" providerId="LiveId" clId="{6759B8F6-452E-4B55-B554-F18C7D0BC100}" dt="2026-03-02T00:00:16.397" v="55" actId="26606"/>
          <ac:spMkLst>
            <pc:docMk/>
            <pc:sldMk cId="3434077599" sldId="264"/>
            <ac:spMk id="13" creationId="{3847E18C-932D-4C95-AABA-FEC7C9499AD7}"/>
          </ac:spMkLst>
        </pc:spChg>
        <pc:spChg chg="add">
          <ac:chgData name="sumathi j" userId="9765cd0fe4731363" providerId="LiveId" clId="{6759B8F6-452E-4B55-B554-F18C7D0BC100}" dt="2026-03-02T00:00:16.397" v="55" actId="26606"/>
          <ac:spMkLst>
            <pc:docMk/>
            <pc:sldMk cId="3434077599" sldId="264"/>
            <ac:spMk id="15" creationId="{3150CB11-0C61-439E-910F-5787759E72A0}"/>
          </ac:spMkLst>
        </pc:spChg>
        <pc:spChg chg="add">
          <ac:chgData name="sumathi j" userId="9765cd0fe4731363" providerId="LiveId" clId="{6759B8F6-452E-4B55-B554-F18C7D0BC100}" dt="2026-03-02T00:00:16.397" v="55" actId="26606"/>
          <ac:spMkLst>
            <pc:docMk/>
            <pc:sldMk cId="3434077599" sldId="264"/>
            <ac:spMk id="17" creationId="{43F8A58B-5155-44CE-A5FF-7647B47D0A7A}"/>
          </ac:spMkLst>
        </pc:spChg>
        <pc:spChg chg="add">
          <ac:chgData name="sumathi j" userId="9765cd0fe4731363" providerId="LiveId" clId="{6759B8F6-452E-4B55-B554-F18C7D0BC100}" dt="2026-03-02T00:00:16.397" v="55" actId="26606"/>
          <ac:spMkLst>
            <pc:docMk/>
            <pc:sldMk cId="3434077599" sldId="264"/>
            <ac:spMk id="19" creationId="{443F2ACA-E6D6-4028-82DD-F03C262D5DE6}"/>
          </ac:spMkLst>
        </pc:spChg>
        <pc:graphicFrameChg chg="add mod modGraphic">
          <ac:chgData name="sumathi j" userId="9765cd0fe4731363" providerId="LiveId" clId="{6759B8F6-452E-4B55-B554-F18C7D0BC100}" dt="2026-03-02T00:04:03.211" v="83" actId="20577"/>
          <ac:graphicFrameMkLst>
            <pc:docMk/>
            <pc:sldMk cId="3434077599" sldId="264"/>
            <ac:graphicFrameMk id="5" creationId="{963C6C08-AD23-68FB-E85E-75638E0E250D}"/>
          </ac:graphicFrameMkLst>
        </pc:graphicFrameChg>
      </pc:sldChg>
      <pc:sldChg chg="addSp delSp modSp new mod setBg">
        <pc:chgData name="sumathi j" userId="9765cd0fe4731363" providerId="LiveId" clId="{6759B8F6-452E-4B55-B554-F18C7D0BC100}" dt="2026-03-02T05:58:30.965" v="371" actId="113"/>
        <pc:sldMkLst>
          <pc:docMk/>
          <pc:sldMk cId="4194414345" sldId="265"/>
        </pc:sldMkLst>
        <pc:spChg chg="mod">
          <ac:chgData name="sumathi j" userId="9765cd0fe4731363" providerId="LiveId" clId="{6759B8F6-452E-4B55-B554-F18C7D0BC100}" dt="2026-03-02T05:58:30.965" v="371" actId="113"/>
          <ac:spMkLst>
            <pc:docMk/>
            <pc:sldMk cId="4194414345" sldId="265"/>
            <ac:spMk id="2" creationId="{79EAF3E8-D4E6-B8BE-4E6E-8A6F2BE8211F}"/>
          </ac:spMkLst>
        </pc:spChg>
        <pc:spChg chg="add del mod">
          <ac:chgData name="sumathi j" userId="9765cd0fe4731363" providerId="LiveId" clId="{6759B8F6-452E-4B55-B554-F18C7D0BC100}" dt="2026-03-02T05:58:10.471" v="369"/>
          <ac:spMkLst>
            <pc:docMk/>
            <pc:sldMk cId="4194414345" sldId="265"/>
            <ac:spMk id="3" creationId="{7CCE04A7-372F-CDB8-356D-4EAF6E3FC228}"/>
          </ac:spMkLst>
        </pc:spChg>
        <pc:spChg chg="add del">
          <ac:chgData name="sumathi j" userId="9765cd0fe4731363" providerId="LiveId" clId="{6759B8F6-452E-4B55-B554-F18C7D0BC100}" dt="2026-03-02T00:06:37.975" v="90" actId="26606"/>
          <ac:spMkLst>
            <pc:docMk/>
            <pc:sldMk cId="4194414345" sldId="265"/>
            <ac:spMk id="9" creationId="{35DB3719-6FDC-4E5D-891D-FF40B7300F64}"/>
          </ac:spMkLst>
        </pc:spChg>
        <pc:spChg chg="add del">
          <ac:chgData name="sumathi j" userId="9765cd0fe4731363" providerId="LiveId" clId="{6759B8F6-452E-4B55-B554-F18C7D0BC100}" dt="2026-03-02T00:06:37.975" v="90" actId="26606"/>
          <ac:spMkLst>
            <pc:docMk/>
            <pc:sldMk cId="4194414345" sldId="265"/>
            <ac:spMk id="11" creationId="{E0CBAC23-2E3F-4A90-BA59-F8299F6A5439}"/>
          </ac:spMkLst>
        </pc:spChg>
        <pc:graphicFrameChg chg="add del">
          <ac:chgData name="sumathi j" userId="9765cd0fe4731363" providerId="LiveId" clId="{6759B8F6-452E-4B55-B554-F18C7D0BC100}" dt="2026-03-02T00:06:37.975" v="90" actId="26606"/>
          <ac:graphicFrameMkLst>
            <pc:docMk/>
            <pc:sldMk cId="4194414345" sldId="265"/>
            <ac:graphicFrameMk id="5" creationId="{CC737084-EA69-FF26-52E6-0C15382683DE}"/>
          </ac:graphicFrameMkLst>
        </pc:graphicFrameChg>
      </pc:sldChg>
      <pc:sldChg chg="modSp new mod">
        <pc:chgData name="sumathi j" userId="9765cd0fe4731363" providerId="LiveId" clId="{6759B8F6-452E-4B55-B554-F18C7D0BC100}" dt="2026-03-02T05:59:34.776" v="379" actId="207"/>
        <pc:sldMkLst>
          <pc:docMk/>
          <pc:sldMk cId="1209552522" sldId="266"/>
        </pc:sldMkLst>
        <pc:spChg chg="mod">
          <ac:chgData name="sumathi j" userId="9765cd0fe4731363" providerId="LiveId" clId="{6759B8F6-452E-4B55-B554-F18C7D0BC100}" dt="2026-03-02T05:59:16.672" v="378" actId="207"/>
          <ac:spMkLst>
            <pc:docMk/>
            <pc:sldMk cId="1209552522" sldId="266"/>
            <ac:spMk id="2" creationId="{E9068F0E-B612-7143-3705-C058F69F75E7}"/>
          </ac:spMkLst>
        </pc:spChg>
        <pc:spChg chg="mod">
          <ac:chgData name="sumathi j" userId="9765cd0fe4731363" providerId="LiveId" clId="{6759B8F6-452E-4B55-B554-F18C7D0BC100}" dt="2026-03-02T05:59:34.776" v="379" actId="207"/>
          <ac:spMkLst>
            <pc:docMk/>
            <pc:sldMk cId="1209552522" sldId="266"/>
            <ac:spMk id="3" creationId="{280E5664-3AC9-81E0-EFD6-945F49BC3B64}"/>
          </ac:spMkLst>
        </pc:spChg>
      </pc:sldChg>
      <pc:sldChg chg="modSp new mod">
        <pc:chgData name="sumathi j" userId="9765cd0fe4731363" providerId="LiveId" clId="{6759B8F6-452E-4B55-B554-F18C7D0BC100}" dt="2026-03-02T05:59:45.429" v="381" actId="115"/>
        <pc:sldMkLst>
          <pc:docMk/>
          <pc:sldMk cId="1302218760" sldId="267"/>
        </pc:sldMkLst>
        <pc:spChg chg="mod">
          <ac:chgData name="sumathi j" userId="9765cd0fe4731363" providerId="LiveId" clId="{6759B8F6-452E-4B55-B554-F18C7D0BC100}" dt="2026-03-02T05:59:45.429" v="381" actId="115"/>
          <ac:spMkLst>
            <pc:docMk/>
            <pc:sldMk cId="1302218760" sldId="267"/>
            <ac:spMk id="2" creationId="{D2F11CFC-1470-B7AA-3951-C6F733443432}"/>
          </ac:spMkLst>
        </pc:spChg>
        <pc:spChg chg="mod">
          <ac:chgData name="sumathi j" userId="9765cd0fe4731363" providerId="LiveId" clId="{6759B8F6-452E-4B55-B554-F18C7D0BC100}" dt="2026-03-02T00:15:01.366" v="175" actId="12"/>
          <ac:spMkLst>
            <pc:docMk/>
            <pc:sldMk cId="1302218760" sldId="267"/>
            <ac:spMk id="3" creationId="{BD1A5C36-6B4F-DFE8-FB0F-1C70373642DD}"/>
          </ac:spMkLst>
        </pc:spChg>
      </pc:sldChg>
      <pc:sldChg chg="modSp new mod">
        <pc:chgData name="sumathi j" userId="9765cd0fe4731363" providerId="LiveId" clId="{6759B8F6-452E-4B55-B554-F18C7D0BC100}" dt="2026-03-02T06:00:28.922" v="387" actId="113"/>
        <pc:sldMkLst>
          <pc:docMk/>
          <pc:sldMk cId="958548572" sldId="268"/>
        </pc:sldMkLst>
        <pc:spChg chg="mod">
          <ac:chgData name="sumathi j" userId="9765cd0fe4731363" providerId="LiveId" clId="{6759B8F6-452E-4B55-B554-F18C7D0BC100}" dt="2026-03-02T05:59:56.584" v="383" actId="115"/>
          <ac:spMkLst>
            <pc:docMk/>
            <pc:sldMk cId="958548572" sldId="268"/>
            <ac:spMk id="2" creationId="{16F817F3-0654-82D6-ADFE-C730E0013D2F}"/>
          </ac:spMkLst>
        </pc:spChg>
        <pc:spChg chg="mod">
          <ac:chgData name="sumathi j" userId="9765cd0fe4731363" providerId="LiveId" clId="{6759B8F6-452E-4B55-B554-F18C7D0BC100}" dt="2026-03-02T06:00:28.922" v="387" actId="113"/>
          <ac:spMkLst>
            <pc:docMk/>
            <pc:sldMk cId="958548572" sldId="268"/>
            <ac:spMk id="3" creationId="{DEB15308-DF48-E7F8-ED19-572EE4907A56}"/>
          </ac:spMkLst>
        </pc:spChg>
      </pc:sldChg>
      <pc:sldChg chg="modSp new mod">
        <pc:chgData name="sumathi j" userId="9765cd0fe4731363" providerId="LiveId" clId="{6759B8F6-452E-4B55-B554-F18C7D0BC100}" dt="2026-03-02T06:00:42.389" v="389" actId="115"/>
        <pc:sldMkLst>
          <pc:docMk/>
          <pc:sldMk cId="3412779488" sldId="269"/>
        </pc:sldMkLst>
        <pc:spChg chg="mod">
          <ac:chgData name="sumathi j" userId="9765cd0fe4731363" providerId="LiveId" clId="{6759B8F6-452E-4B55-B554-F18C7D0BC100}" dt="2026-03-02T06:00:42.389" v="389" actId="115"/>
          <ac:spMkLst>
            <pc:docMk/>
            <pc:sldMk cId="3412779488" sldId="269"/>
            <ac:spMk id="2" creationId="{B9047E2C-AB4C-15B0-CBA0-34D4D9AA5DC8}"/>
          </ac:spMkLst>
        </pc:spChg>
        <pc:spChg chg="mod">
          <ac:chgData name="sumathi j" userId="9765cd0fe4731363" providerId="LiveId" clId="{6759B8F6-452E-4B55-B554-F18C7D0BC100}" dt="2026-03-02T00:21:46.914" v="212" actId="20577"/>
          <ac:spMkLst>
            <pc:docMk/>
            <pc:sldMk cId="3412779488" sldId="269"/>
            <ac:spMk id="3" creationId="{212E4984-82A7-1A57-4619-9239B30F2A05}"/>
          </ac:spMkLst>
        </pc:spChg>
      </pc:sldChg>
      <pc:sldChg chg="modSp new mod">
        <pc:chgData name="sumathi j" userId="9765cd0fe4731363" providerId="LiveId" clId="{6759B8F6-452E-4B55-B554-F18C7D0BC100}" dt="2026-03-02T06:00:50.074" v="390" actId="115"/>
        <pc:sldMkLst>
          <pc:docMk/>
          <pc:sldMk cId="1525663952" sldId="270"/>
        </pc:sldMkLst>
        <pc:spChg chg="mod">
          <ac:chgData name="sumathi j" userId="9765cd0fe4731363" providerId="LiveId" clId="{6759B8F6-452E-4B55-B554-F18C7D0BC100}" dt="2026-03-02T06:00:50.074" v="390" actId="115"/>
          <ac:spMkLst>
            <pc:docMk/>
            <pc:sldMk cId="1525663952" sldId="270"/>
            <ac:spMk id="2" creationId="{061E6059-AC61-DCCD-1DAB-E0CEEA492934}"/>
          </ac:spMkLst>
        </pc:spChg>
        <pc:spChg chg="mod">
          <ac:chgData name="sumathi j" userId="9765cd0fe4731363" providerId="LiveId" clId="{6759B8F6-452E-4B55-B554-F18C7D0BC100}" dt="2026-03-02T00:26:51.914" v="258"/>
          <ac:spMkLst>
            <pc:docMk/>
            <pc:sldMk cId="1525663952" sldId="270"/>
            <ac:spMk id="3" creationId="{0A880C82-AA30-1C1D-7527-9DA72F511022}"/>
          </ac:spMkLst>
        </pc:spChg>
      </pc:sldChg>
      <pc:sldChg chg="modSp new mod">
        <pc:chgData name="sumathi j" userId="9765cd0fe4731363" providerId="LiveId" clId="{6759B8F6-452E-4B55-B554-F18C7D0BC100}" dt="2026-03-02T06:04:20.691" v="734" actId="12"/>
        <pc:sldMkLst>
          <pc:docMk/>
          <pc:sldMk cId="514026289" sldId="271"/>
        </pc:sldMkLst>
        <pc:spChg chg="mod">
          <ac:chgData name="sumathi j" userId="9765cd0fe4731363" providerId="LiveId" clId="{6759B8F6-452E-4B55-B554-F18C7D0BC100}" dt="2026-03-02T06:01:08.069" v="392" actId="14100"/>
          <ac:spMkLst>
            <pc:docMk/>
            <pc:sldMk cId="514026289" sldId="271"/>
            <ac:spMk id="2" creationId="{07C0EA85-AACD-A9F6-0204-63E599EC2971}"/>
          </ac:spMkLst>
        </pc:spChg>
        <pc:spChg chg="mod">
          <ac:chgData name="sumathi j" userId="9765cd0fe4731363" providerId="LiveId" clId="{6759B8F6-452E-4B55-B554-F18C7D0BC100}" dt="2026-03-02T06:04:20.691" v="734" actId="12"/>
          <ac:spMkLst>
            <pc:docMk/>
            <pc:sldMk cId="514026289" sldId="271"/>
            <ac:spMk id="3" creationId="{431DB27B-4B34-46DB-012C-E7730B72FE12}"/>
          </ac:spMkLst>
        </pc:spChg>
      </pc:sldChg>
      <pc:sldChg chg="addSp modSp new del mod setBg">
        <pc:chgData name="sumathi j" userId="9765cd0fe4731363" providerId="LiveId" clId="{6759B8F6-452E-4B55-B554-F18C7D0BC100}" dt="2026-03-02T00:29:22.179" v="277" actId="2696"/>
        <pc:sldMkLst>
          <pc:docMk/>
          <pc:sldMk cId="9322226" sldId="272"/>
        </pc:sldMkLst>
        <pc:spChg chg="mod">
          <ac:chgData name="sumathi j" userId="9765cd0fe4731363" providerId="LiveId" clId="{6759B8F6-452E-4B55-B554-F18C7D0BC100}" dt="2026-03-02T00:28:57.137" v="276" actId="26606"/>
          <ac:spMkLst>
            <pc:docMk/>
            <pc:sldMk cId="9322226" sldId="272"/>
            <ac:spMk id="2" creationId="{FECBF2D9-62F1-AC6D-0112-32EDE6E6434E}"/>
          </ac:spMkLst>
        </pc:spChg>
        <pc:spChg chg="mod">
          <ac:chgData name="sumathi j" userId="9765cd0fe4731363" providerId="LiveId" clId="{6759B8F6-452E-4B55-B554-F18C7D0BC100}" dt="2026-03-02T00:28:57.137" v="276" actId="26606"/>
          <ac:spMkLst>
            <pc:docMk/>
            <pc:sldMk cId="9322226" sldId="272"/>
            <ac:spMk id="3" creationId="{A13AF48F-36AE-D7A9-ABD9-D92B05C5A479}"/>
          </ac:spMkLst>
        </pc:spChg>
        <pc:spChg chg="add">
          <ac:chgData name="sumathi j" userId="9765cd0fe4731363" providerId="LiveId" clId="{6759B8F6-452E-4B55-B554-F18C7D0BC100}" dt="2026-03-02T00:28:57.137" v="276" actId="26606"/>
          <ac:spMkLst>
            <pc:docMk/>
            <pc:sldMk cId="9322226" sldId="272"/>
            <ac:spMk id="12" creationId="{5D7F64A8-D625-4F61-A290-B499BB62ACFF}"/>
          </ac:spMkLst>
        </pc:spChg>
        <pc:picChg chg="add">
          <ac:chgData name="sumathi j" userId="9765cd0fe4731363" providerId="LiveId" clId="{6759B8F6-452E-4B55-B554-F18C7D0BC100}" dt="2026-03-02T00:28:57.137" v="276" actId="26606"/>
          <ac:picMkLst>
            <pc:docMk/>
            <pc:sldMk cId="9322226" sldId="272"/>
            <ac:picMk id="7" creationId="{107F5F7F-E151-19E4-4EA3-9D56DE9461A0}"/>
          </ac:picMkLst>
        </pc:picChg>
        <pc:picChg chg="add">
          <ac:chgData name="sumathi j" userId="9765cd0fe4731363" providerId="LiveId" clId="{6759B8F6-452E-4B55-B554-F18C7D0BC100}" dt="2026-03-02T00:28:57.137" v="276" actId="26606"/>
          <ac:picMkLst>
            <pc:docMk/>
            <pc:sldMk cId="9322226" sldId="272"/>
            <ac:picMk id="9" creationId="{63E77E0B-81D5-495A-B163-8790DCD9F75D}"/>
          </ac:picMkLst>
        </pc:picChg>
      </pc:sldChg>
      <pc:sldChg chg="modSp new del mod">
        <pc:chgData name="sumathi j" userId="9765cd0fe4731363" providerId="LiveId" clId="{6759B8F6-452E-4B55-B554-F18C7D0BC100}" dt="2026-03-02T06:04:42.153" v="735" actId="47"/>
        <pc:sldMkLst>
          <pc:docMk/>
          <pc:sldMk cId="2597207324" sldId="272"/>
        </pc:sldMkLst>
        <pc:spChg chg="mod">
          <ac:chgData name="sumathi j" userId="9765cd0fe4731363" providerId="LiveId" clId="{6759B8F6-452E-4B55-B554-F18C7D0BC100}" dt="2026-03-02T06:01:24.236" v="394" actId="20577"/>
          <ac:spMkLst>
            <pc:docMk/>
            <pc:sldMk cId="2597207324" sldId="272"/>
            <ac:spMk id="2" creationId="{298783D9-D6C3-BAB3-1879-833494A4A1B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26C0C9-BACF-4621-86AC-0A7B6CB15E0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AE60ACB-2287-4018-A1C4-B17A817DE835}">
      <dgm:prSet/>
      <dgm:spPr/>
      <dgm:t>
        <a:bodyPr/>
        <a:lstStyle/>
        <a:p>
          <a:r>
            <a:rPr lang="en-US" b="0" i="0" baseline="0" dirty="0"/>
            <a:t>Q1 highest: Sarjapur – 1614 </a:t>
          </a:r>
          <a:r>
            <a:rPr lang="en-US" b="0" i="0" baseline="0" dirty="0" err="1"/>
            <a:t>ookings</a:t>
          </a:r>
          <a:endParaRPr lang="en-US" dirty="0"/>
        </a:p>
      </dgm:t>
    </dgm:pt>
    <dgm:pt modelId="{05DAAA8F-184B-4B4A-A8C8-DC1CBA468F8F}" type="parTrans" cxnId="{B0C99644-EB39-40CE-997E-B9FF19F5E5AF}">
      <dgm:prSet/>
      <dgm:spPr/>
      <dgm:t>
        <a:bodyPr/>
        <a:lstStyle/>
        <a:p>
          <a:endParaRPr lang="en-US"/>
        </a:p>
      </dgm:t>
    </dgm:pt>
    <dgm:pt modelId="{6E4D4716-2845-4BCC-A48D-0EF80DECFBBA}" type="sibTrans" cxnId="{B0C99644-EB39-40CE-997E-B9FF19F5E5AF}">
      <dgm:prSet/>
      <dgm:spPr/>
      <dgm:t>
        <a:bodyPr/>
        <a:lstStyle/>
        <a:p>
          <a:endParaRPr lang="en-US"/>
        </a:p>
      </dgm:t>
    </dgm:pt>
    <dgm:pt modelId="{C00C9CD8-384C-4078-906E-49A0F8C9CE51}">
      <dgm:prSet/>
      <dgm:spPr/>
      <dgm:t>
        <a:bodyPr/>
        <a:lstStyle/>
        <a:p>
          <a:r>
            <a:rPr lang="en-US" b="0" i="0" baseline="0" dirty="0"/>
            <a:t>Q2 highest: Jayanagar – 1646 (Highest overall)</a:t>
          </a:r>
          <a:endParaRPr lang="en-US" dirty="0"/>
        </a:p>
      </dgm:t>
    </dgm:pt>
    <dgm:pt modelId="{7F45C571-D383-4FCE-A684-30B232621DE0}" type="parTrans" cxnId="{89A684F4-81DE-49F9-BE1F-F02103892286}">
      <dgm:prSet/>
      <dgm:spPr/>
      <dgm:t>
        <a:bodyPr/>
        <a:lstStyle/>
        <a:p>
          <a:endParaRPr lang="en-US"/>
        </a:p>
      </dgm:t>
    </dgm:pt>
    <dgm:pt modelId="{AD1593D5-40E0-428B-B8AE-1D9A5FA0E469}" type="sibTrans" cxnId="{89A684F4-81DE-49F9-BE1F-F02103892286}">
      <dgm:prSet/>
      <dgm:spPr/>
      <dgm:t>
        <a:bodyPr/>
        <a:lstStyle/>
        <a:p>
          <a:endParaRPr lang="en-US"/>
        </a:p>
      </dgm:t>
    </dgm:pt>
    <dgm:pt modelId="{5DA85D35-0D92-49E5-88F9-88204DE719AA}">
      <dgm:prSet/>
      <dgm:spPr/>
      <dgm:t>
        <a:bodyPr/>
        <a:lstStyle/>
        <a:p>
          <a:r>
            <a:rPr lang="en-US" b="0" i="0" baseline="0" dirty="0"/>
            <a:t>Q3 highest: Bannerghatta Road – 1610</a:t>
          </a:r>
          <a:endParaRPr lang="en-US" dirty="0"/>
        </a:p>
      </dgm:t>
    </dgm:pt>
    <dgm:pt modelId="{2B1918F2-0887-4C66-8372-A2EE946A816D}" type="parTrans" cxnId="{FE34D248-E3DD-4A9E-ACA8-583D68480109}">
      <dgm:prSet/>
      <dgm:spPr/>
      <dgm:t>
        <a:bodyPr/>
        <a:lstStyle/>
        <a:p>
          <a:endParaRPr lang="en-US"/>
        </a:p>
      </dgm:t>
    </dgm:pt>
    <dgm:pt modelId="{283D3226-F61B-4F4F-89E3-ABC285DD0ABB}" type="sibTrans" cxnId="{FE34D248-E3DD-4A9E-ACA8-583D68480109}">
      <dgm:prSet/>
      <dgm:spPr/>
      <dgm:t>
        <a:bodyPr/>
        <a:lstStyle/>
        <a:p>
          <a:endParaRPr lang="en-US"/>
        </a:p>
      </dgm:t>
    </dgm:pt>
    <dgm:pt modelId="{F1B45A58-D4F2-43AC-B900-A1E368A21AC1}">
      <dgm:prSet/>
      <dgm:spPr/>
      <dgm:t>
        <a:bodyPr/>
        <a:lstStyle/>
        <a:p>
          <a:r>
            <a:rPr lang="en-US" b="0" i="0" baseline="0"/>
            <a:t>Q4 highest: Indiranagar – 1616</a:t>
          </a:r>
          <a:endParaRPr lang="en-US"/>
        </a:p>
      </dgm:t>
    </dgm:pt>
    <dgm:pt modelId="{532257AF-4DDC-429D-A089-0E906B16D1D3}" type="parTrans" cxnId="{1537B5EE-07DC-4C4D-88EA-DBDC16C1C284}">
      <dgm:prSet/>
      <dgm:spPr/>
      <dgm:t>
        <a:bodyPr/>
        <a:lstStyle/>
        <a:p>
          <a:endParaRPr lang="en-US"/>
        </a:p>
      </dgm:t>
    </dgm:pt>
    <dgm:pt modelId="{E5D8C0F9-92FB-4BFC-AA6B-7CBBE3CB85F9}" type="sibTrans" cxnId="{1537B5EE-07DC-4C4D-88EA-DBDC16C1C284}">
      <dgm:prSet/>
      <dgm:spPr/>
      <dgm:t>
        <a:bodyPr/>
        <a:lstStyle/>
        <a:p>
          <a:endParaRPr lang="en-US"/>
        </a:p>
      </dgm:t>
    </dgm:pt>
    <dgm:pt modelId="{D739EDC1-3B78-4310-AD2A-EE08AACD77BF}">
      <dgm:prSet/>
      <dgm:spPr/>
      <dgm:t>
        <a:bodyPr/>
        <a:lstStyle/>
        <a:p>
          <a:r>
            <a:rPr lang="en-US" b="0" i="0" baseline="0"/>
            <a:t>Whitefield stable across quarters (1582–1583 range)</a:t>
          </a:r>
          <a:endParaRPr lang="en-US"/>
        </a:p>
      </dgm:t>
    </dgm:pt>
    <dgm:pt modelId="{A3A70E69-6E67-440A-86F9-A68383C81BE7}" type="parTrans" cxnId="{CBEC9B60-A6F3-4D80-9F45-2F18352660BE}">
      <dgm:prSet/>
      <dgm:spPr/>
      <dgm:t>
        <a:bodyPr/>
        <a:lstStyle/>
        <a:p>
          <a:endParaRPr lang="en-US"/>
        </a:p>
      </dgm:t>
    </dgm:pt>
    <dgm:pt modelId="{3BD9748E-CE80-419E-8B6C-1857D477C9C5}" type="sibTrans" cxnId="{CBEC9B60-A6F3-4D80-9F45-2F18352660BE}">
      <dgm:prSet/>
      <dgm:spPr/>
      <dgm:t>
        <a:bodyPr/>
        <a:lstStyle/>
        <a:p>
          <a:endParaRPr lang="en-US"/>
        </a:p>
      </dgm:t>
    </dgm:pt>
    <dgm:pt modelId="{C1757FBD-59CA-4A1F-817C-CFEB048A4E92}" type="pres">
      <dgm:prSet presAssocID="{9426C0C9-BACF-4621-86AC-0A7B6CB15E0B}" presName="linear" presStyleCnt="0">
        <dgm:presLayoutVars>
          <dgm:animLvl val="lvl"/>
          <dgm:resizeHandles val="exact"/>
        </dgm:presLayoutVars>
      </dgm:prSet>
      <dgm:spPr/>
    </dgm:pt>
    <dgm:pt modelId="{09FAB0CD-1D38-481F-A730-8EE3076F3849}" type="pres">
      <dgm:prSet presAssocID="{CAE60ACB-2287-4018-A1C4-B17A817DE83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517F14C-FD6E-41B1-A8D0-739FDC490993}" type="pres">
      <dgm:prSet presAssocID="{6E4D4716-2845-4BCC-A48D-0EF80DECFBBA}" presName="spacer" presStyleCnt="0"/>
      <dgm:spPr/>
    </dgm:pt>
    <dgm:pt modelId="{C1BFF739-6C15-46AC-BCD8-1C66373E7749}" type="pres">
      <dgm:prSet presAssocID="{C00C9CD8-384C-4078-906E-49A0F8C9CE5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27BC9D8-C07E-4FB7-937D-A1CD55F14A1B}" type="pres">
      <dgm:prSet presAssocID="{AD1593D5-40E0-428B-B8AE-1D9A5FA0E469}" presName="spacer" presStyleCnt="0"/>
      <dgm:spPr/>
    </dgm:pt>
    <dgm:pt modelId="{8DE47BA3-0083-4143-84B2-22AD31E848D2}" type="pres">
      <dgm:prSet presAssocID="{5DA85D35-0D92-49E5-88F9-88204DE719A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D107955-7912-4034-82BB-A4AED3F3DEFA}" type="pres">
      <dgm:prSet presAssocID="{283D3226-F61B-4F4F-89E3-ABC285DD0ABB}" presName="spacer" presStyleCnt="0"/>
      <dgm:spPr/>
    </dgm:pt>
    <dgm:pt modelId="{C33143BC-9303-4709-8514-7CE8B0C7F855}" type="pres">
      <dgm:prSet presAssocID="{F1B45A58-D4F2-43AC-B900-A1E368A21AC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D03FDE3-C93C-4A9F-BE64-72002DC92A37}" type="pres">
      <dgm:prSet presAssocID="{E5D8C0F9-92FB-4BFC-AA6B-7CBBE3CB85F9}" presName="spacer" presStyleCnt="0"/>
      <dgm:spPr/>
    </dgm:pt>
    <dgm:pt modelId="{049D43FA-2A31-4E40-8618-6C4C61C72C5C}" type="pres">
      <dgm:prSet presAssocID="{D739EDC1-3B78-4310-AD2A-EE08AACD77B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66FF403-6AF7-491A-95A8-DA53BB4DDE5E}" type="presOf" srcId="{F1B45A58-D4F2-43AC-B900-A1E368A21AC1}" destId="{C33143BC-9303-4709-8514-7CE8B0C7F855}" srcOrd="0" destOrd="0" presId="urn:microsoft.com/office/officeart/2005/8/layout/vList2"/>
    <dgm:cxn modelId="{F7887B1A-AA30-4BDE-8EE3-93BCBB9AB190}" type="presOf" srcId="{C00C9CD8-384C-4078-906E-49A0F8C9CE51}" destId="{C1BFF739-6C15-46AC-BCD8-1C66373E7749}" srcOrd="0" destOrd="0" presId="urn:microsoft.com/office/officeart/2005/8/layout/vList2"/>
    <dgm:cxn modelId="{CBEC9B60-A6F3-4D80-9F45-2F18352660BE}" srcId="{9426C0C9-BACF-4621-86AC-0A7B6CB15E0B}" destId="{D739EDC1-3B78-4310-AD2A-EE08AACD77BF}" srcOrd="4" destOrd="0" parTransId="{A3A70E69-6E67-440A-86F9-A68383C81BE7}" sibTransId="{3BD9748E-CE80-419E-8B6C-1857D477C9C5}"/>
    <dgm:cxn modelId="{B0C99644-EB39-40CE-997E-B9FF19F5E5AF}" srcId="{9426C0C9-BACF-4621-86AC-0A7B6CB15E0B}" destId="{CAE60ACB-2287-4018-A1C4-B17A817DE835}" srcOrd="0" destOrd="0" parTransId="{05DAAA8F-184B-4B4A-A8C8-DC1CBA468F8F}" sibTransId="{6E4D4716-2845-4BCC-A48D-0EF80DECFBBA}"/>
    <dgm:cxn modelId="{FE34D248-E3DD-4A9E-ACA8-583D68480109}" srcId="{9426C0C9-BACF-4621-86AC-0A7B6CB15E0B}" destId="{5DA85D35-0D92-49E5-88F9-88204DE719AA}" srcOrd="2" destOrd="0" parTransId="{2B1918F2-0887-4C66-8372-A2EE946A816D}" sibTransId="{283D3226-F61B-4F4F-89E3-ABC285DD0ABB}"/>
    <dgm:cxn modelId="{4D5CB174-097E-4817-A65D-9AF1BEB46CBF}" type="presOf" srcId="{D739EDC1-3B78-4310-AD2A-EE08AACD77BF}" destId="{049D43FA-2A31-4E40-8618-6C4C61C72C5C}" srcOrd="0" destOrd="0" presId="urn:microsoft.com/office/officeart/2005/8/layout/vList2"/>
    <dgm:cxn modelId="{850608A8-126D-434F-8C60-1329FAC9A9D8}" type="presOf" srcId="{9426C0C9-BACF-4621-86AC-0A7B6CB15E0B}" destId="{C1757FBD-59CA-4A1F-817C-CFEB048A4E92}" srcOrd="0" destOrd="0" presId="urn:microsoft.com/office/officeart/2005/8/layout/vList2"/>
    <dgm:cxn modelId="{C37E05B1-0CBE-4BEA-864A-B4D0A2AD5470}" type="presOf" srcId="{CAE60ACB-2287-4018-A1C4-B17A817DE835}" destId="{09FAB0CD-1D38-481F-A730-8EE3076F3849}" srcOrd="0" destOrd="0" presId="urn:microsoft.com/office/officeart/2005/8/layout/vList2"/>
    <dgm:cxn modelId="{F71324E1-065F-4340-B3BB-E6E90F4FA64E}" type="presOf" srcId="{5DA85D35-0D92-49E5-88F9-88204DE719AA}" destId="{8DE47BA3-0083-4143-84B2-22AD31E848D2}" srcOrd="0" destOrd="0" presId="urn:microsoft.com/office/officeart/2005/8/layout/vList2"/>
    <dgm:cxn modelId="{1537B5EE-07DC-4C4D-88EA-DBDC16C1C284}" srcId="{9426C0C9-BACF-4621-86AC-0A7B6CB15E0B}" destId="{F1B45A58-D4F2-43AC-B900-A1E368A21AC1}" srcOrd="3" destOrd="0" parTransId="{532257AF-4DDC-429D-A089-0E906B16D1D3}" sibTransId="{E5D8C0F9-92FB-4BFC-AA6B-7CBBE3CB85F9}"/>
    <dgm:cxn modelId="{89A684F4-81DE-49F9-BE1F-F02103892286}" srcId="{9426C0C9-BACF-4621-86AC-0A7B6CB15E0B}" destId="{C00C9CD8-384C-4078-906E-49A0F8C9CE51}" srcOrd="1" destOrd="0" parTransId="{7F45C571-D383-4FCE-A684-30B232621DE0}" sibTransId="{AD1593D5-40E0-428B-B8AE-1D9A5FA0E469}"/>
    <dgm:cxn modelId="{CD148CF1-B5F3-4274-AB61-58D43E12DD17}" type="presParOf" srcId="{C1757FBD-59CA-4A1F-817C-CFEB048A4E92}" destId="{09FAB0CD-1D38-481F-A730-8EE3076F3849}" srcOrd="0" destOrd="0" presId="urn:microsoft.com/office/officeart/2005/8/layout/vList2"/>
    <dgm:cxn modelId="{69946557-9DA1-44B7-9449-103A3BC266BA}" type="presParOf" srcId="{C1757FBD-59CA-4A1F-817C-CFEB048A4E92}" destId="{6517F14C-FD6E-41B1-A8D0-739FDC490993}" srcOrd="1" destOrd="0" presId="urn:microsoft.com/office/officeart/2005/8/layout/vList2"/>
    <dgm:cxn modelId="{7AE7FA96-FB45-4348-B825-2896A27A6DAA}" type="presParOf" srcId="{C1757FBD-59CA-4A1F-817C-CFEB048A4E92}" destId="{C1BFF739-6C15-46AC-BCD8-1C66373E7749}" srcOrd="2" destOrd="0" presId="urn:microsoft.com/office/officeart/2005/8/layout/vList2"/>
    <dgm:cxn modelId="{19152DDE-0ED5-4E80-BE45-FAD60927E33A}" type="presParOf" srcId="{C1757FBD-59CA-4A1F-817C-CFEB048A4E92}" destId="{A27BC9D8-C07E-4FB7-937D-A1CD55F14A1B}" srcOrd="3" destOrd="0" presId="urn:microsoft.com/office/officeart/2005/8/layout/vList2"/>
    <dgm:cxn modelId="{0DE11F45-0D4E-4578-9EAB-E38E6F85A3AC}" type="presParOf" srcId="{C1757FBD-59CA-4A1F-817C-CFEB048A4E92}" destId="{8DE47BA3-0083-4143-84B2-22AD31E848D2}" srcOrd="4" destOrd="0" presId="urn:microsoft.com/office/officeart/2005/8/layout/vList2"/>
    <dgm:cxn modelId="{2CAD5818-E498-4E8B-A52F-24512ABC2A8B}" type="presParOf" srcId="{C1757FBD-59CA-4A1F-817C-CFEB048A4E92}" destId="{7D107955-7912-4034-82BB-A4AED3F3DEFA}" srcOrd="5" destOrd="0" presId="urn:microsoft.com/office/officeart/2005/8/layout/vList2"/>
    <dgm:cxn modelId="{F8B77EFF-2D4C-4F47-A562-F278CBA8FCA7}" type="presParOf" srcId="{C1757FBD-59CA-4A1F-817C-CFEB048A4E92}" destId="{C33143BC-9303-4709-8514-7CE8B0C7F855}" srcOrd="6" destOrd="0" presId="urn:microsoft.com/office/officeart/2005/8/layout/vList2"/>
    <dgm:cxn modelId="{170964E3-90BE-4310-8E01-B68DE01BEBE4}" type="presParOf" srcId="{C1757FBD-59CA-4A1F-817C-CFEB048A4E92}" destId="{7D03FDE3-C93C-4A9F-BE64-72002DC92A37}" srcOrd="7" destOrd="0" presId="urn:microsoft.com/office/officeart/2005/8/layout/vList2"/>
    <dgm:cxn modelId="{D0C27508-9955-480C-82D1-22686C4F3874}" type="presParOf" srcId="{C1757FBD-59CA-4A1F-817C-CFEB048A4E92}" destId="{049D43FA-2A31-4E40-8618-6C4C61C72C5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7916E6-C201-48D3-8268-0EE4BDE26C4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A332EE-800F-4C5F-A3EF-4FA6B1DA2537}">
      <dgm:prSet/>
      <dgm:spPr/>
      <dgm:t>
        <a:bodyPr/>
        <a:lstStyle/>
        <a:p>
          <a:r>
            <a: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Revenue &amp; Luxury Leadership</a:t>
          </a:r>
          <a:endParaRPr lang="en-US" dirty="0">
            <a:solidFill>
              <a:schemeClr val="tx2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B1B7CE-F9A2-4E49-AE14-DD924FB377B6}" type="parTrans" cxnId="{D9977B20-9D90-43F8-9EFA-69930FE62658}">
      <dgm:prSet/>
      <dgm:spPr/>
      <dgm:t>
        <a:bodyPr/>
        <a:lstStyle/>
        <a:p>
          <a:endParaRPr lang="en-US"/>
        </a:p>
      </dgm:t>
    </dgm:pt>
    <dgm:pt modelId="{AB20B2FF-62A6-48EC-9306-7FDCDBA6D411}" type="sibTrans" cxnId="{D9977B20-9D90-43F8-9EFA-69930FE62658}">
      <dgm:prSet/>
      <dgm:spPr/>
      <dgm:t>
        <a:bodyPr/>
        <a:lstStyle/>
        <a:p>
          <a:endParaRPr lang="en-US"/>
        </a:p>
      </dgm:t>
    </dgm:pt>
    <dgm:pt modelId="{18E7F4A8-5EA8-448B-91A5-D2866BA8C965}">
      <dgm:prSet/>
      <dgm:spPr/>
      <dgm:t>
        <a:bodyPr/>
        <a:lstStyle/>
        <a:p>
          <a:r>
            <a:rPr lang="en-IN" b="0" dirty="0"/>
            <a:t> 🏅Top Revenue Builder: </a:t>
          </a:r>
          <a:r>
            <a:rPr lang="en-IN" b="0" dirty="0">
              <a:solidFill>
                <a:schemeClr val="accent5">
                  <a:lumMod val="75000"/>
                </a:schemeClr>
              </a:solidFill>
            </a:rPr>
            <a:t>PRESTIGE</a:t>
          </a:r>
          <a:endParaRPr lang="en-US" b="0" dirty="0">
            <a:solidFill>
              <a:schemeClr val="accent5">
                <a:lumMod val="75000"/>
              </a:schemeClr>
            </a:solidFill>
          </a:endParaRPr>
        </a:p>
      </dgm:t>
    </dgm:pt>
    <dgm:pt modelId="{94F78868-0E02-4129-A1D1-29E7B9703B07}" type="parTrans" cxnId="{6073EB01-2D3A-430C-9561-E70DB602667F}">
      <dgm:prSet/>
      <dgm:spPr/>
      <dgm:t>
        <a:bodyPr/>
        <a:lstStyle/>
        <a:p>
          <a:endParaRPr lang="en-US"/>
        </a:p>
      </dgm:t>
    </dgm:pt>
    <dgm:pt modelId="{51DC6280-41A0-4E64-98A5-AF17ABC31B27}" type="sibTrans" cxnId="{6073EB01-2D3A-430C-9561-E70DB602667F}">
      <dgm:prSet/>
      <dgm:spPr/>
      <dgm:t>
        <a:bodyPr/>
        <a:lstStyle/>
        <a:p>
          <a:endParaRPr lang="en-US"/>
        </a:p>
      </dgm:t>
    </dgm:pt>
    <dgm:pt modelId="{9C00CAAD-60B1-409C-8707-846EFE1DE825}">
      <dgm:prSet/>
      <dgm:spPr/>
      <dgm:t>
        <a:bodyPr/>
        <a:lstStyle/>
        <a:p>
          <a:r>
            <a:rPr lang="en-IN" b="1" dirty="0"/>
            <a:t> 🏅</a:t>
          </a:r>
          <a:r>
            <a:rPr lang="en-IN" b="0" dirty="0"/>
            <a:t>2nd: TOTAL ENVIRONMENT</a:t>
          </a:r>
          <a:endParaRPr lang="en-US" b="0" dirty="0"/>
        </a:p>
      </dgm:t>
    </dgm:pt>
    <dgm:pt modelId="{F11A0A65-8222-487E-82D5-1465AE3F8B7B}" type="parTrans" cxnId="{CB26564B-6EB1-4146-A010-AEB89C4C00D9}">
      <dgm:prSet/>
      <dgm:spPr/>
      <dgm:t>
        <a:bodyPr/>
        <a:lstStyle/>
        <a:p>
          <a:endParaRPr lang="en-US"/>
        </a:p>
      </dgm:t>
    </dgm:pt>
    <dgm:pt modelId="{170375E6-AF6C-47DB-A6BB-A9AE1EF02C70}" type="sibTrans" cxnId="{CB26564B-6EB1-4146-A010-AEB89C4C00D9}">
      <dgm:prSet/>
      <dgm:spPr/>
      <dgm:t>
        <a:bodyPr/>
        <a:lstStyle/>
        <a:p>
          <a:endParaRPr lang="en-US"/>
        </a:p>
      </dgm:t>
    </dgm:pt>
    <dgm:pt modelId="{69D299D7-2CDF-4243-BF53-87E55D29681A}">
      <dgm:prSet/>
      <dgm:spPr/>
      <dgm:t>
        <a:bodyPr/>
        <a:lstStyle/>
        <a:p>
          <a:r>
            <a:rPr lang="en-IN" b="1" dirty="0"/>
            <a:t> 🏅</a:t>
          </a:r>
          <a:r>
            <a:rPr lang="en-IN" b="0" dirty="0"/>
            <a:t>3rd: L&amp;T</a:t>
          </a:r>
          <a:endParaRPr lang="en-US" b="0" dirty="0"/>
        </a:p>
      </dgm:t>
    </dgm:pt>
    <dgm:pt modelId="{56423E5D-48CF-4411-B045-63CCDC250167}" type="parTrans" cxnId="{9F61BD1F-1C1A-4719-9FD8-F821E3BF3B3F}">
      <dgm:prSet/>
      <dgm:spPr/>
      <dgm:t>
        <a:bodyPr/>
        <a:lstStyle/>
        <a:p>
          <a:endParaRPr lang="en-US"/>
        </a:p>
      </dgm:t>
    </dgm:pt>
    <dgm:pt modelId="{A8EA91AF-1D04-4DFC-BDD7-55BEF6033398}" type="sibTrans" cxnId="{9F61BD1F-1C1A-4719-9FD8-F821E3BF3B3F}">
      <dgm:prSet/>
      <dgm:spPr/>
      <dgm:t>
        <a:bodyPr/>
        <a:lstStyle/>
        <a:p>
          <a:endParaRPr lang="en-US"/>
        </a:p>
      </dgm:t>
    </dgm:pt>
    <dgm:pt modelId="{3C380A21-8B39-47C1-869A-298665746165}">
      <dgm:prSet/>
      <dgm:spPr/>
      <dgm:t>
        <a:bodyPr/>
        <a:lstStyle/>
        <a:p>
          <a:r>
            <a: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Luxury Leader (</a:t>
          </a:r>
          <a:r>
            <a:rPr lang="en-IN" b="1" dirty="0" err="1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Avg</a:t>
          </a:r>
          <a:r>
            <a: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Ticket Price)</a:t>
          </a:r>
          <a:endParaRPr lang="en-US" dirty="0">
            <a:solidFill>
              <a:schemeClr val="tx2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6CF8F16-BAD9-451A-A75C-72D4A7070856}" type="parTrans" cxnId="{21062C14-29A9-4B1A-A51D-4F93AF36EB76}">
      <dgm:prSet/>
      <dgm:spPr/>
      <dgm:t>
        <a:bodyPr/>
        <a:lstStyle/>
        <a:p>
          <a:endParaRPr lang="en-US"/>
        </a:p>
      </dgm:t>
    </dgm:pt>
    <dgm:pt modelId="{F2C8DCF9-32E4-4EA7-8669-C422B569EB95}" type="sibTrans" cxnId="{21062C14-29A9-4B1A-A51D-4F93AF36EB76}">
      <dgm:prSet/>
      <dgm:spPr/>
      <dgm:t>
        <a:bodyPr/>
        <a:lstStyle/>
        <a:p>
          <a:endParaRPr lang="en-US"/>
        </a:p>
      </dgm:t>
    </dgm:pt>
    <dgm:pt modelId="{D30BF0D2-48B2-4771-B9A1-834B2FC17C9D}">
      <dgm:prSet/>
      <dgm:spPr/>
      <dgm:t>
        <a:bodyPr/>
        <a:lstStyle/>
        <a:p>
          <a:r>
            <a:rPr lang="en-IN" dirty="0"/>
            <a:t>🏅Shobha – 12.63 Cr</a:t>
          </a:r>
          <a:endParaRPr lang="en-US" dirty="0"/>
        </a:p>
      </dgm:t>
    </dgm:pt>
    <dgm:pt modelId="{0AD1D98A-1A4E-45BD-87F2-639DB3000415}" type="parTrans" cxnId="{D0DB28AB-B627-4F1C-925B-7549258A61BD}">
      <dgm:prSet/>
      <dgm:spPr/>
      <dgm:t>
        <a:bodyPr/>
        <a:lstStyle/>
        <a:p>
          <a:endParaRPr lang="en-US"/>
        </a:p>
      </dgm:t>
    </dgm:pt>
    <dgm:pt modelId="{A5179501-1928-431C-A113-6DFFA2DBE110}" type="sibTrans" cxnId="{D0DB28AB-B627-4F1C-925B-7549258A61BD}">
      <dgm:prSet/>
      <dgm:spPr/>
      <dgm:t>
        <a:bodyPr/>
        <a:lstStyle/>
        <a:p>
          <a:endParaRPr lang="en-US"/>
        </a:p>
      </dgm:t>
    </dgm:pt>
    <dgm:pt modelId="{3BE0AEEB-1DB7-4595-B7B7-A082C5FF7DFD}">
      <dgm:prSet/>
      <dgm:spPr/>
      <dgm:t>
        <a:bodyPr/>
        <a:lstStyle/>
        <a:p>
          <a:r>
            <a:rPr lang="en-IN"/>
            <a:t>🏅Total Environment – 12.60 Cr</a:t>
          </a:r>
          <a:endParaRPr lang="en-US" dirty="0"/>
        </a:p>
      </dgm:t>
    </dgm:pt>
    <dgm:pt modelId="{B92F5AAB-F5BB-4B17-AE7A-56A5AEEA1FFE}" type="parTrans" cxnId="{0204C439-9E32-4371-A919-BC7CCA187065}">
      <dgm:prSet/>
      <dgm:spPr/>
      <dgm:t>
        <a:bodyPr/>
        <a:lstStyle/>
        <a:p>
          <a:endParaRPr lang="en-US"/>
        </a:p>
      </dgm:t>
    </dgm:pt>
    <dgm:pt modelId="{E91D653D-B266-49D0-BB97-C2AC334DFDCD}" type="sibTrans" cxnId="{0204C439-9E32-4371-A919-BC7CCA187065}">
      <dgm:prSet/>
      <dgm:spPr/>
      <dgm:t>
        <a:bodyPr/>
        <a:lstStyle/>
        <a:p>
          <a:endParaRPr lang="en-US"/>
        </a:p>
      </dgm:t>
    </dgm:pt>
    <dgm:pt modelId="{0722E6E4-D6BD-4AC5-86D5-B00947B785C8}">
      <dgm:prSet/>
      <dgm:spPr/>
      <dgm:t>
        <a:bodyPr/>
        <a:lstStyle/>
        <a:p>
          <a:r>
            <a:rPr lang="en-IN"/>
            <a:t>🏅Prestige – 12.58 Cr</a:t>
          </a:r>
          <a:endParaRPr lang="en-US" dirty="0"/>
        </a:p>
      </dgm:t>
    </dgm:pt>
    <dgm:pt modelId="{B652337E-DD57-4898-9C97-6AC53716F171}" type="parTrans" cxnId="{F55534CB-00EF-42E8-9083-1A7586D25629}">
      <dgm:prSet/>
      <dgm:spPr/>
      <dgm:t>
        <a:bodyPr/>
        <a:lstStyle/>
        <a:p>
          <a:endParaRPr lang="en-US"/>
        </a:p>
      </dgm:t>
    </dgm:pt>
    <dgm:pt modelId="{6E16F66E-02E9-4EAE-8921-7D2BEE88DC71}" type="sibTrans" cxnId="{F55534CB-00EF-42E8-9083-1A7586D25629}">
      <dgm:prSet/>
      <dgm:spPr/>
      <dgm:t>
        <a:bodyPr/>
        <a:lstStyle/>
        <a:p>
          <a:endParaRPr lang="en-US"/>
        </a:p>
      </dgm:t>
    </dgm:pt>
    <dgm:pt modelId="{E2F21ED3-2E3C-4E62-A392-492EEC29CF4A}" type="pres">
      <dgm:prSet presAssocID="{E77916E6-C201-48D3-8268-0EE4BDE26C42}" presName="vert0" presStyleCnt="0">
        <dgm:presLayoutVars>
          <dgm:dir/>
          <dgm:animOne val="branch"/>
          <dgm:animLvl val="lvl"/>
        </dgm:presLayoutVars>
      </dgm:prSet>
      <dgm:spPr/>
    </dgm:pt>
    <dgm:pt modelId="{5C026699-1ED1-4095-AEB9-AE8799734934}" type="pres">
      <dgm:prSet presAssocID="{C1A332EE-800F-4C5F-A3EF-4FA6B1DA2537}" presName="thickLine" presStyleLbl="alignNode1" presStyleIdx="0" presStyleCnt="8"/>
      <dgm:spPr/>
    </dgm:pt>
    <dgm:pt modelId="{3BD67239-D564-419A-9B00-C0BDDE923549}" type="pres">
      <dgm:prSet presAssocID="{C1A332EE-800F-4C5F-A3EF-4FA6B1DA2537}" presName="horz1" presStyleCnt="0"/>
      <dgm:spPr/>
    </dgm:pt>
    <dgm:pt modelId="{55FBB555-1291-4345-A241-CB89424D61E4}" type="pres">
      <dgm:prSet presAssocID="{C1A332EE-800F-4C5F-A3EF-4FA6B1DA2537}" presName="tx1" presStyleLbl="revTx" presStyleIdx="0" presStyleCnt="8"/>
      <dgm:spPr/>
    </dgm:pt>
    <dgm:pt modelId="{CD46740A-F419-4CFF-9107-8E3A0455151B}" type="pres">
      <dgm:prSet presAssocID="{C1A332EE-800F-4C5F-A3EF-4FA6B1DA2537}" presName="vert1" presStyleCnt="0"/>
      <dgm:spPr/>
    </dgm:pt>
    <dgm:pt modelId="{4B0953A6-81DF-46FB-9008-F4C873937DC3}" type="pres">
      <dgm:prSet presAssocID="{18E7F4A8-5EA8-448B-91A5-D2866BA8C965}" presName="thickLine" presStyleLbl="alignNode1" presStyleIdx="1" presStyleCnt="8"/>
      <dgm:spPr/>
    </dgm:pt>
    <dgm:pt modelId="{9726710B-2203-4810-92C2-A1486FF77D42}" type="pres">
      <dgm:prSet presAssocID="{18E7F4A8-5EA8-448B-91A5-D2866BA8C965}" presName="horz1" presStyleCnt="0"/>
      <dgm:spPr/>
    </dgm:pt>
    <dgm:pt modelId="{3F33AFDA-3A93-465F-8417-41CB8558F6B1}" type="pres">
      <dgm:prSet presAssocID="{18E7F4A8-5EA8-448B-91A5-D2866BA8C965}" presName="tx1" presStyleLbl="revTx" presStyleIdx="1" presStyleCnt="8"/>
      <dgm:spPr/>
    </dgm:pt>
    <dgm:pt modelId="{CF8A89CA-E2D4-47F1-9746-D70765D778D7}" type="pres">
      <dgm:prSet presAssocID="{18E7F4A8-5EA8-448B-91A5-D2866BA8C965}" presName="vert1" presStyleCnt="0"/>
      <dgm:spPr/>
    </dgm:pt>
    <dgm:pt modelId="{8FCAE679-221A-4C37-82DD-1F8928ACC261}" type="pres">
      <dgm:prSet presAssocID="{9C00CAAD-60B1-409C-8707-846EFE1DE825}" presName="thickLine" presStyleLbl="alignNode1" presStyleIdx="2" presStyleCnt="8"/>
      <dgm:spPr/>
    </dgm:pt>
    <dgm:pt modelId="{CC247EE6-BB98-4905-8C3E-BA5E680A8C80}" type="pres">
      <dgm:prSet presAssocID="{9C00CAAD-60B1-409C-8707-846EFE1DE825}" presName="horz1" presStyleCnt="0"/>
      <dgm:spPr/>
    </dgm:pt>
    <dgm:pt modelId="{FFA59343-9067-4383-882C-4F4B792D2858}" type="pres">
      <dgm:prSet presAssocID="{9C00CAAD-60B1-409C-8707-846EFE1DE825}" presName="tx1" presStyleLbl="revTx" presStyleIdx="2" presStyleCnt="8"/>
      <dgm:spPr/>
    </dgm:pt>
    <dgm:pt modelId="{813C7F71-CE64-4794-B6F1-AB7F8F695BE2}" type="pres">
      <dgm:prSet presAssocID="{9C00CAAD-60B1-409C-8707-846EFE1DE825}" presName="vert1" presStyleCnt="0"/>
      <dgm:spPr/>
    </dgm:pt>
    <dgm:pt modelId="{B26C93DE-2868-4665-8606-AE659C6BFE15}" type="pres">
      <dgm:prSet presAssocID="{69D299D7-2CDF-4243-BF53-87E55D29681A}" presName="thickLine" presStyleLbl="alignNode1" presStyleIdx="3" presStyleCnt="8"/>
      <dgm:spPr/>
    </dgm:pt>
    <dgm:pt modelId="{F9057D4F-3B6D-44D6-88E1-E4AEC92CBCC4}" type="pres">
      <dgm:prSet presAssocID="{69D299D7-2CDF-4243-BF53-87E55D29681A}" presName="horz1" presStyleCnt="0"/>
      <dgm:spPr/>
    </dgm:pt>
    <dgm:pt modelId="{A8A80F2A-87FC-4191-B199-CFDB7413DC1B}" type="pres">
      <dgm:prSet presAssocID="{69D299D7-2CDF-4243-BF53-87E55D29681A}" presName="tx1" presStyleLbl="revTx" presStyleIdx="3" presStyleCnt="8"/>
      <dgm:spPr/>
    </dgm:pt>
    <dgm:pt modelId="{D3AB55E9-8CFF-467B-8587-B9574A1E56C2}" type="pres">
      <dgm:prSet presAssocID="{69D299D7-2CDF-4243-BF53-87E55D29681A}" presName="vert1" presStyleCnt="0"/>
      <dgm:spPr/>
    </dgm:pt>
    <dgm:pt modelId="{5686F46F-880C-409E-B5F3-B55D4E0796DD}" type="pres">
      <dgm:prSet presAssocID="{3C380A21-8B39-47C1-869A-298665746165}" presName="thickLine" presStyleLbl="alignNode1" presStyleIdx="4" presStyleCnt="8"/>
      <dgm:spPr/>
    </dgm:pt>
    <dgm:pt modelId="{21C03A2B-56FD-4754-B620-81F7590EDAC5}" type="pres">
      <dgm:prSet presAssocID="{3C380A21-8B39-47C1-869A-298665746165}" presName="horz1" presStyleCnt="0"/>
      <dgm:spPr/>
    </dgm:pt>
    <dgm:pt modelId="{D827BC50-6A06-48EC-9F2E-BBC1DD975023}" type="pres">
      <dgm:prSet presAssocID="{3C380A21-8B39-47C1-869A-298665746165}" presName="tx1" presStyleLbl="revTx" presStyleIdx="4" presStyleCnt="8"/>
      <dgm:spPr/>
    </dgm:pt>
    <dgm:pt modelId="{ADB63826-426B-4AA7-8A74-76F9E7414CAB}" type="pres">
      <dgm:prSet presAssocID="{3C380A21-8B39-47C1-869A-298665746165}" presName="vert1" presStyleCnt="0"/>
      <dgm:spPr/>
    </dgm:pt>
    <dgm:pt modelId="{5B24696C-1718-479F-A2EC-DB5F418B2DE6}" type="pres">
      <dgm:prSet presAssocID="{D30BF0D2-48B2-4771-B9A1-834B2FC17C9D}" presName="thickLine" presStyleLbl="alignNode1" presStyleIdx="5" presStyleCnt="8"/>
      <dgm:spPr/>
    </dgm:pt>
    <dgm:pt modelId="{4AEFD49F-6643-4A33-B0EC-B9178B68373A}" type="pres">
      <dgm:prSet presAssocID="{D30BF0D2-48B2-4771-B9A1-834B2FC17C9D}" presName="horz1" presStyleCnt="0"/>
      <dgm:spPr/>
    </dgm:pt>
    <dgm:pt modelId="{63908E89-810F-43E2-A5F7-B2ADC666FC59}" type="pres">
      <dgm:prSet presAssocID="{D30BF0D2-48B2-4771-B9A1-834B2FC17C9D}" presName="tx1" presStyleLbl="revTx" presStyleIdx="5" presStyleCnt="8"/>
      <dgm:spPr/>
    </dgm:pt>
    <dgm:pt modelId="{F5DC438D-F7B4-4B1F-A361-0F028B656338}" type="pres">
      <dgm:prSet presAssocID="{D30BF0D2-48B2-4771-B9A1-834B2FC17C9D}" presName="vert1" presStyleCnt="0"/>
      <dgm:spPr/>
    </dgm:pt>
    <dgm:pt modelId="{E0DCA3B7-020D-4772-8AA0-74166D567917}" type="pres">
      <dgm:prSet presAssocID="{3BE0AEEB-1DB7-4595-B7B7-A082C5FF7DFD}" presName="thickLine" presStyleLbl="alignNode1" presStyleIdx="6" presStyleCnt="8"/>
      <dgm:spPr/>
    </dgm:pt>
    <dgm:pt modelId="{515916CB-027F-4D0F-B496-8A47A9C26068}" type="pres">
      <dgm:prSet presAssocID="{3BE0AEEB-1DB7-4595-B7B7-A082C5FF7DFD}" presName="horz1" presStyleCnt="0"/>
      <dgm:spPr/>
    </dgm:pt>
    <dgm:pt modelId="{6F9BC5CB-848C-4FCD-98A5-EC4A73014A3F}" type="pres">
      <dgm:prSet presAssocID="{3BE0AEEB-1DB7-4595-B7B7-A082C5FF7DFD}" presName="tx1" presStyleLbl="revTx" presStyleIdx="6" presStyleCnt="8"/>
      <dgm:spPr/>
    </dgm:pt>
    <dgm:pt modelId="{E73FEEA0-562D-4B19-9F71-3ED70A1260FA}" type="pres">
      <dgm:prSet presAssocID="{3BE0AEEB-1DB7-4595-B7B7-A082C5FF7DFD}" presName="vert1" presStyleCnt="0"/>
      <dgm:spPr/>
    </dgm:pt>
    <dgm:pt modelId="{1702F62D-14AA-418A-B014-7BC8B7AFFF03}" type="pres">
      <dgm:prSet presAssocID="{0722E6E4-D6BD-4AC5-86D5-B00947B785C8}" presName="thickLine" presStyleLbl="alignNode1" presStyleIdx="7" presStyleCnt="8"/>
      <dgm:spPr/>
    </dgm:pt>
    <dgm:pt modelId="{C8AD09EE-FAD2-4FF1-AF64-E6C9C874FCD9}" type="pres">
      <dgm:prSet presAssocID="{0722E6E4-D6BD-4AC5-86D5-B00947B785C8}" presName="horz1" presStyleCnt="0"/>
      <dgm:spPr/>
    </dgm:pt>
    <dgm:pt modelId="{0BE53C69-7594-4281-9B8D-452A279C59CC}" type="pres">
      <dgm:prSet presAssocID="{0722E6E4-D6BD-4AC5-86D5-B00947B785C8}" presName="tx1" presStyleLbl="revTx" presStyleIdx="7" presStyleCnt="8"/>
      <dgm:spPr/>
    </dgm:pt>
    <dgm:pt modelId="{CD9A22AB-A169-4C71-AC5C-C3F239C3BA68}" type="pres">
      <dgm:prSet presAssocID="{0722E6E4-D6BD-4AC5-86D5-B00947B785C8}" presName="vert1" presStyleCnt="0"/>
      <dgm:spPr/>
    </dgm:pt>
  </dgm:ptLst>
  <dgm:cxnLst>
    <dgm:cxn modelId="{6073EB01-2D3A-430C-9561-E70DB602667F}" srcId="{E77916E6-C201-48D3-8268-0EE4BDE26C42}" destId="{18E7F4A8-5EA8-448B-91A5-D2866BA8C965}" srcOrd="1" destOrd="0" parTransId="{94F78868-0E02-4129-A1D1-29E7B9703B07}" sibTransId="{51DC6280-41A0-4E64-98A5-AF17ABC31B27}"/>
    <dgm:cxn modelId="{FE664E08-6A3C-42A2-8566-01B46054E928}" type="presOf" srcId="{3BE0AEEB-1DB7-4595-B7B7-A082C5FF7DFD}" destId="{6F9BC5CB-848C-4FCD-98A5-EC4A73014A3F}" srcOrd="0" destOrd="0" presId="urn:microsoft.com/office/officeart/2008/layout/LinedList"/>
    <dgm:cxn modelId="{57A5B313-D108-493B-A8BA-0424E0E28DA2}" type="presOf" srcId="{D30BF0D2-48B2-4771-B9A1-834B2FC17C9D}" destId="{63908E89-810F-43E2-A5F7-B2ADC666FC59}" srcOrd="0" destOrd="0" presId="urn:microsoft.com/office/officeart/2008/layout/LinedList"/>
    <dgm:cxn modelId="{21062C14-29A9-4B1A-A51D-4F93AF36EB76}" srcId="{E77916E6-C201-48D3-8268-0EE4BDE26C42}" destId="{3C380A21-8B39-47C1-869A-298665746165}" srcOrd="4" destOrd="0" parTransId="{06CF8F16-BAD9-451A-A75C-72D4A7070856}" sibTransId="{F2C8DCF9-32E4-4EA7-8669-C422B569EB95}"/>
    <dgm:cxn modelId="{9F61BD1F-1C1A-4719-9FD8-F821E3BF3B3F}" srcId="{E77916E6-C201-48D3-8268-0EE4BDE26C42}" destId="{69D299D7-2CDF-4243-BF53-87E55D29681A}" srcOrd="3" destOrd="0" parTransId="{56423E5D-48CF-4411-B045-63CCDC250167}" sibTransId="{A8EA91AF-1D04-4DFC-BDD7-55BEF6033398}"/>
    <dgm:cxn modelId="{D9977B20-9D90-43F8-9EFA-69930FE62658}" srcId="{E77916E6-C201-48D3-8268-0EE4BDE26C42}" destId="{C1A332EE-800F-4C5F-A3EF-4FA6B1DA2537}" srcOrd="0" destOrd="0" parTransId="{83B1B7CE-F9A2-4E49-AE14-DD924FB377B6}" sibTransId="{AB20B2FF-62A6-48EC-9306-7FDCDBA6D411}"/>
    <dgm:cxn modelId="{E9DBF026-7ABD-4BE2-93DE-AABABCAF6A58}" type="presOf" srcId="{0722E6E4-D6BD-4AC5-86D5-B00947B785C8}" destId="{0BE53C69-7594-4281-9B8D-452A279C59CC}" srcOrd="0" destOrd="0" presId="urn:microsoft.com/office/officeart/2008/layout/LinedList"/>
    <dgm:cxn modelId="{8279E830-88A6-44A8-B1B7-8D93C8C27B79}" type="presOf" srcId="{18E7F4A8-5EA8-448B-91A5-D2866BA8C965}" destId="{3F33AFDA-3A93-465F-8417-41CB8558F6B1}" srcOrd="0" destOrd="0" presId="urn:microsoft.com/office/officeart/2008/layout/LinedList"/>
    <dgm:cxn modelId="{0204C439-9E32-4371-A919-BC7CCA187065}" srcId="{E77916E6-C201-48D3-8268-0EE4BDE26C42}" destId="{3BE0AEEB-1DB7-4595-B7B7-A082C5FF7DFD}" srcOrd="6" destOrd="0" parTransId="{B92F5AAB-F5BB-4B17-AE7A-56A5AEEA1FFE}" sibTransId="{E91D653D-B266-49D0-BB97-C2AC334DFDCD}"/>
    <dgm:cxn modelId="{E163995F-BF50-42B7-BAAF-239855DD6512}" type="presOf" srcId="{9C00CAAD-60B1-409C-8707-846EFE1DE825}" destId="{FFA59343-9067-4383-882C-4F4B792D2858}" srcOrd="0" destOrd="0" presId="urn:microsoft.com/office/officeart/2008/layout/LinedList"/>
    <dgm:cxn modelId="{232D3168-5126-4844-9612-AEB3A310FC67}" type="presOf" srcId="{C1A332EE-800F-4C5F-A3EF-4FA6B1DA2537}" destId="{55FBB555-1291-4345-A241-CB89424D61E4}" srcOrd="0" destOrd="0" presId="urn:microsoft.com/office/officeart/2008/layout/LinedList"/>
    <dgm:cxn modelId="{CB26564B-6EB1-4146-A010-AEB89C4C00D9}" srcId="{E77916E6-C201-48D3-8268-0EE4BDE26C42}" destId="{9C00CAAD-60B1-409C-8707-846EFE1DE825}" srcOrd="2" destOrd="0" parTransId="{F11A0A65-8222-487E-82D5-1465AE3F8B7B}" sibTransId="{170375E6-AF6C-47DB-A6BB-A9AE1EF02C70}"/>
    <dgm:cxn modelId="{0C7E7158-6AB8-4155-B88E-2AA94B01A1A2}" type="presOf" srcId="{3C380A21-8B39-47C1-869A-298665746165}" destId="{D827BC50-6A06-48EC-9F2E-BBC1DD975023}" srcOrd="0" destOrd="0" presId="urn:microsoft.com/office/officeart/2008/layout/LinedList"/>
    <dgm:cxn modelId="{128D7758-C9A9-4670-9256-715028FD610E}" type="presOf" srcId="{E77916E6-C201-48D3-8268-0EE4BDE26C42}" destId="{E2F21ED3-2E3C-4E62-A392-492EEC29CF4A}" srcOrd="0" destOrd="0" presId="urn:microsoft.com/office/officeart/2008/layout/LinedList"/>
    <dgm:cxn modelId="{7A36D083-DB5F-4FBD-AE38-3402649913BD}" type="presOf" srcId="{69D299D7-2CDF-4243-BF53-87E55D29681A}" destId="{A8A80F2A-87FC-4191-B199-CFDB7413DC1B}" srcOrd="0" destOrd="0" presId="urn:microsoft.com/office/officeart/2008/layout/LinedList"/>
    <dgm:cxn modelId="{D0DB28AB-B627-4F1C-925B-7549258A61BD}" srcId="{E77916E6-C201-48D3-8268-0EE4BDE26C42}" destId="{D30BF0D2-48B2-4771-B9A1-834B2FC17C9D}" srcOrd="5" destOrd="0" parTransId="{0AD1D98A-1A4E-45BD-87F2-639DB3000415}" sibTransId="{A5179501-1928-431C-A113-6DFFA2DBE110}"/>
    <dgm:cxn modelId="{F55534CB-00EF-42E8-9083-1A7586D25629}" srcId="{E77916E6-C201-48D3-8268-0EE4BDE26C42}" destId="{0722E6E4-D6BD-4AC5-86D5-B00947B785C8}" srcOrd="7" destOrd="0" parTransId="{B652337E-DD57-4898-9C97-6AC53716F171}" sibTransId="{6E16F66E-02E9-4EAE-8921-7D2BEE88DC71}"/>
    <dgm:cxn modelId="{8F2B1B45-3658-4011-9664-6A85E891F5F9}" type="presParOf" srcId="{E2F21ED3-2E3C-4E62-A392-492EEC29CF4A}" destId="{5C026699-1ED1-4095-AEB9-AE8799734934}" srcOrd="0" destOrd="0" presId="urn:microsoft.com/office/officeart/2008/layout/LinedList"/>
    <dgm:cxn modelId="{A01E1EEB-F500-471F-BBE2-31AE7A7C687F}" type="presParOf" srcId="{E2F21ED3-2E3C-4E62-A392-492EEC29CF4A}" destId="{3BD67239-D564-419A-9B00-C0BDDE923549}" srcOrd="1" destOrd="0" presId="urn:microsoft.com/office/officeart/2008/layout/LinedList"/>
    <dgm:cxn modelId="{6CDACF83-2B36-4B79-A0F0-B27FBA910C25}" type="presParOf" srcId="{3BD67239-D564-419A-9B00-C0BDDE923549}" destId="{55FBB555-1291-4345-A241-CB89424D61E4}" srcOrd="0" destOrd="0" presId="urn:microsoft.com/office/officeart/2008/layout/LinedList"/>
    <dgm:cxn modelId="{11C29B90-0C07-4EE0-83B7-CCE58B52DB2D}" type="presParOf" srcId="{3BD67239-D564-419A-9B00-C0BDDE923549}" destId="{CD46740A-F419-4CFF-9107-8E3A0455151B}" srcOrd="1" destOrd="0" presId="urn:microsoft.com/office/officeart/2008/layout/LinedList"/>
    <dgm:cxn modelId="{553DCC6A-A86A-4A25-A3CA-174F5263CFC4}" type="presParOf" srcId="{E2F21ED3-2E3C-4E62-A392-492EEC29CF4A}" destId="{4B0953A6-81DF-46FB-9008-F4C873937DC3}" srcOrd="2" destOrd="0" presId="urn:microsoft.com/office/officeart/2008/layout/LinedList"/>
    <dgm:cxn modelId="{7DE33929-28AD-44C1-BEB0-8E512B3EE959}" type="presParOf" srcId="{E2F21ED3-2E3C-4E62-A392-492EEC29CF4A}" destId="{9726710B-2203-4810-92C2-A1486FF77D42}" srcOrd="3" destOrd="0" presId="urn:microsoft.com/office/officeart/2008/layout/LinedList"/>
    <dgm:cxn modelId="{29772AE2-4B4F-41F9-9B51-F3952C291789}" type="presParOf" srcId="{9726710B-2203-4810-92C2-A1486FF77D42}" destId="{3F33AFDA-3A93-465F-8417-41CB8558F6B1}" srcOrd="0" destOrd="0" presId="urn:microsoft.com/office/officeart/2008/layout/LinedList"/>
    <dgm:cxn modelId="{3F39DA1F-6F1F-4FCE-99BC-FC26660222FF}" type="presParOf" srcId="{9726710B-2203-4810-92C2-A1486FF77D42}" destId="{CF8A89CA-E2D4-47F1-9746-D70765D778D7}" srcOrd="1" destOrd="0" presId="urn:microsoft.com/office/officeart/2008/layout/LinedList"/>
    <dgm:cxn modelId="{AC12C4DA-01FA-4101-B904-93D3DDA8C500}" type="presParOf" srcId="{E2F21ED3-2E3C-4E62-A392-492EEC29CF4A}" destId="{8FCAE679-221A-4C37-82DD-1F8928ACC261}" srcOrd="4" destOrd="0" presId="urn:microsoft.com/office/officeart/2008/layout/LinedList"/>
    <dgm:cxn modelId="{ECA69030-798B-4B89-9B03-47AFAB49DFFC}" type="presParOf" srcId="{E2F21ED3-2E3C-4E62-A392-492EEC29CF4A}" destId="{CC247EE6-BB98-4905-8C3E-BA5E680A8C80}" srcOrd="5" destOrd="0" presId="urn:microsoft.com/office/officeart/2008/layout/LinedList"/>
    <dgm:cxn modelId="{C0543B0F-CA18-43A8-B6BE-18CB55A0CDFF}" type="presParOf" srcId="{CC247EE6-BB98-4905-8C3E-BA5E680A8C80}" destId="{FFA59343-9067-4383-882C-4F4B792D2858}" srcOrd="0" destOrd="0" presId="urn:microsoft.com/office/officeart/2008/layout/LinedList"/>
    <dgm:cxn modelId="{62936E22-AB4D-4DB5-9026-63D2FCEF614E}" type="presParOf" srcId="{CC247EE6-BB98-4905-8C3E-BA5E680A8C80}" destId="{813C7F71-CE64-4794-B6F1-AB7F8F695BE2}" srcOrd="1" destOrd="0" presId="urn:microsoft.com/office/officeart/2008/layout/LinedList"/>
    <dgm:cxn modelId="{E460EBBD-6164-4F33-8F94-32EC6B8DD4D5}" type="presParOf" srcId="{E2F21ED3-2E3C-4E62-A392-492EEC29CF4A}" destId="{B26C93DE-2868-4665-8606-AE659C6BFE15}" srcOrd="6" destOrd="0" presId="urn:microsoft.com/office/officeart/2008/layout/LinedList"/>
    <dgm:cxn modelId="{C44DB947-7D1B-456B-AAC0-8331C7E4CAE1}" type="presParOf" srcId="{E2F21ED3-2E3C-4E62-A392-492EEC29CF4A}" destId="{F9057D4F-3B6D-44D6-88E1-E4AEC92CBCC4}" srcOrd="7" destOrd="0" presId="urn:microsoft.com/office/officeart/2008/layout/LinedList"/>
    <dgm:cxn modelId="{B0F8BC28-822F-41CD-97FE-BDA30C324E4A}" type="presParOf" srcId="{F9057D4F-3B6D-44D6-88E1-E4AEC92CBCC4}" destId="{A8A80F2A-87FC-4191-B199-CFDB7413DC1B}" srcOrd="0" destOrd="0" presId="urn:microsoft.com/office/officeart/2008/layout/LinedList"/>
    <dgm:cxn modelId="{D458ECDC-271B-49F5-B293-EFFD21160C05}" type="presParOf" srcId="{F9057D4F-3B6D-44D6-88E1-E4AEC92CBCC4}" destId="{D3AB55E9-8CFF-467B-8587-B9574A1E56C2}" srcOrd="1" destOrd="0" presId="urn:microsoft.com/office/officeart/2008/layout/LinedList"/>
    <dgm:cxn modelId="{5C3D7707-F4FB-4460-B064-774FA64E9EDA}" type="presParOf" srcId="{E2F21ED3-2E3C-4E62-A392-492EEC29CF4A}" destId="{5686F46F-880C-409E-B5F3-B55D4E0796DD}" srcOrd="8" destOrd="0" presId="urn:microsoft.com/office/officeart/2008/layout/LinedList"/>
    <dgm:cxn modelId="{29C008E1-11A6-4284-9E44-2F5141AAADE5}" type="presParOf" srcId="{E2F21ED3-2E3C-4E62-A392-492EEC29CF4A}" destId="{21C03A2B-56FD-4754-B620-81F7590EDAC5}" srcOrd="9" destOrd="0" presId="urn:microsoft.com/office/officeart/2008/layout/LinedList"/>
    <dgm:cxn modelId="{67657177-D192-45CB-A472-7E096B533D3E}" type="presParOf" srcId="{21C03A2B-56FD-4754-B620-81F7590EDAC5}" destId="{D827BC50-6A06-48EC-9F2E-BBC1DD975023}" srcOrd="0" destOrd="0" presId="urn:microsoft.com/office/officeart/2008/layout/LinedList"/>
    <dgm:cxn modelId="{DC05BF80-A8E3-49E9-AFBF-AB5E6724ABE0}" type="presParOf" srcId="{21C03A2B-56FD-4754-B620-81F7590EDAC5}" destId="{ADB63826-426B-4AA7-8A74-76F9E7414CAB}" srcOrd="1" destOrd="0" presId="urn:microsoft.com/office/officeart/2008/layout/LinedList"/>
    <dgm:cxn modelId="{F401F614-0857-40CD-A9D8-61E8012C4C7C}" type="presParOf" srcId="{E2F21ED3-2E3C-4E62-A392-492EEC29CF4A}" destId="{5B24696C-1718-479F-A2EC-DB5F418B2DE6}" srcOrd="10" destOrd="0" presId="urn:microsoft.com/office/officeart/2008/layout/LinedList"/>
    <dgm:cxn modelId="{308D46DE-93CF-4C09-93FB-FF1F4C4CD669}" type="presParOf" srcId="{E2F21ED3-2E3C-4E62-A392-492EEC29CF4A}" destId="{4AEFD49F-6643-4A33-B0EC-B9178B68373A}" srcOrd="11" destOrd="0" presId="urn:microsoft.com/office/officeart/2008/layout/LinedList"/>
    <dgm:cxn modelId="{B3DEB5F8-220A-48B7-9408-E752DD632509}" type="presParOf" srcId="{4AEFD49F-6643-4A33-B0EC-B9178B68373A}" destId="{63908E89-810F-43E2-A5F7-B2ADC666FC59}" srcOrd="0" destOrd="0" presId="urn:microsoft.com/office/officeart/2008/layout/LinedList"/>
    <dgm:cxn modelId="{EDEDD3DA-F7B7-4248-882D-E82789C15DC9}" type="presParOf" srcId="{4AEFD49F-6643-4A33-B0EC-B9178B68373A}" destId="{F5DC438D-F7B4-4B1F-A361-0F028B656338}" srcOrd="1" destOrd="0" presId="urn:microsoft.com/office/officeart/2008/layout/LinedList"/>
    <dgm:cxn modelId="{DD81ABF9-A3D9-472B-AAC0-676C2613E73D}" type="presParOf" srcId="{E2F21ED3-2E3C-4E62-A392-492EEC29CF4A}" destId="{E0DCA3B7-020D-4772-8AA0-74166D567917}" srcOrd="12" destOrd="0" presId="urn:microsoft.com/office/officeart/2008/layout/LinedList"/>
    <dgm:cxn modelId="{6497058E-36A8-4AFE-ABBA-9B85D52206AD}" type="presParOf" srcId="{E2F21ED3-2E3C-4E62-A392-492EEC29CF4A}" destId="{515916CB-027F-4D0F-B496-8A47A9C26068}" srcOrd="13" destOrd="0" presId="urn:microsoft.com/office/officeart/2008/layout/LinedList"/>
    <dgm:cxn modelId="{FC21B072-B593-4520-BA84-8FFC6B6B179E}" type="presParOf" srcId="{515916CB-027F-4D0F-B496-8A47A9C26068}" destId="{6F9BC5CB-848C-4FCD-98A5-EC4A73014A3F}" srcOrd="0" destOrd="0" presId="urn:microsoft.com/office/officeart/2008/layout/LinedList"/>
    <dgm:cxn modelId="{EA53E6C3-663C-49EB-ACB0-2CEA707767EE}" type="presParOf" srcId="{515916CB-027F-4D0F-B496-8A47A9C26068}" destId="{E73FEEA0-562D-4B19-9F71-3ED70A1260FA}" srcOrd="1" destOrd="0" presId="urn:microsoft.com/office/officeart/2008/layout/LinedList"/>
    <dgm:cxn modelId="{FDC962E4-FDA2-4F2E-89C2-5A4BCD56E453}" type="presParOf" srcId="{E2F21ED3-2E3C-4E62-A392-492EEC29CF4A}" destId="{1702F62D-14AA-418A-B014-7BC8B7AFFF03}" srcOrd="14" destOrd="0" presId="urn:microsoft.com/office/officeart/2008/layout/LinedList"/>
    <dgm:cxn modelId="{98A2FBE2-DE47-48E4-80C5-F7A1A1D5BF25}" type="presParOf" srcId="{E2F21ED3-2E3C-4E62-A392-492EEC29CF4A}" destId="{C8AD09EE-FAD2-4FF1-AF64-E6C9C874FCD9}" srcOrd="15" destOrd="0" presId="urn:microsoft.com/office/officeart/2008/layout/LinedList"/>
    <dgm:cxn modelId="{8CE9F35F-C91E-4027-B54C-2D9A47AC9D3B}" type="presParOf" srcId="{C8AD09EE-FAD2-4FF1-AF64-E6C9C874FCD9}" destId="{0BE53C69-7594-4281-9B8D-452A279C59CC}" srcOrd="0" destOrd="0" presId="urn:microsoft.com/office/officeart/2008/layout/LinedList"/>
    <dgm:cxn modelId="{C123821E-5046-45F3-9B3B-1AC1B7FC7F70}" type="presParOf" srcId="{C8AD09EE-FAD2-4FF1-AF64-E6C9C874FCD9}" destId="{CD9A22AB-A169-4C71-AC5C-C3F239C3BA6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C1336B-90AD-4140-9B18-1DA02667C53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A07EF0-4FAB-4575-A45A-5F457AD09DFC}">
      <dgm:prSet custT="1"/>
      <dgm:spPr/>
      <dgm:t>
        <a:bodyPr/>
        <a:lstStyle/>
        <a:p>
          <a:r>
            <a:rPr lang="en-US" sz="2800" dirty="0"/>
            <a:t>All projects show 100% booking rate.</a:t>
          </a:r>
        </a:p>
      </dgm:t>
    </dgm:pt>
    <dgm:pt modelId="{ECF88462-EA17-478A-A83E-657ADAB9E9DD}" type="parTrans" cxnId="{29C442CD-4CEE-42E8-AA7A-2161E64097AE}">
      <dgm:prSet/>
      <dgm:spPr/>
      <dgm:t>
        <a:bodyPr/>
        <a:lstStyle/>
        <a:p>
          <a:endParaRPr lang="en-US"/>
        </a:p>
      </dgm:t>
    </dgm:pt>
    <dgm:pt modelId="{E2295E68-C6B6-47DC-8867-A4A51422C851}" type="sibTrans" cxnId="{29C442CD-4CEE-42E8-AA7A-2161E64097AE}">
      <dgm:prSet/>
      <dgm:spPr/>
      <dgm:t>
        <a:bodyPr/>
        <a:lstStyle/>
        <a:p>
          <a:endParaRPr lang="en-US"/>
        </a:p>
      </dgm:t>
    </dgm:pt>
    <dgm:pt modelId="{1265A115-597A-4C2A-9A8C-FAD721AD5FA4}">
      <dgm:prSet custT="1"/>
      <dgm:spPr/>
      <dgm:t>
        <a:bodyPr/>
        <a:lstStyle/>
        <a:p>
          <a:r>
            <a:rPr lang="en-US" sz="2800" dirty="0">
              <a:solidFill>
                <a:schemeClr val="bg2">
                  <a:lumMod val="10000"/>
                </a:schemeClr>
              </a:solidFill>
            </a:rPr>
            <a:t>Scatter plot forms horizontal alignment</a:t>
          </a:r>
          <a:r>
            <a:rPr lang="en-US" sz="2500" dirty="0">
              <a:solidFill>
                <a:schemeClr val="bg2">
                  <a:lumMod val="10000"/>
                </a:schemeClr>
              </a:solidFill>
            </a:rPr>
            <a:t>.</a:t>
          </a:r>
        </a:p>
      </dgm:t>
    </dgm:pt>
    <dgm:pt modelId="{3F4D44D3-983F-4D2D-92B0-A10D348521E5}" type="parTrans" cxnId="{4632E0EF-1D7A-4C01-ADF5-74AEDA9BA49B}">
      <dgm:prSet/>
      <dgm:spPr/>
      <dgm:t>
        <a:bodyPr/>
        <a:lstStyle/>
        <a:p>
          <a:endParaRPr lang="en-US"/>
        </a:p>
      </dgm:t>
    </dgm:pt>
    <dgm:pt modelId="{5266177D-F16D-43FC-B179-93FE6F623187}" type="sibTrans" cxnId="{4632E0EF-1D7A-4C01-ADF5-74AEDA9BA49B}">
      <dgm:prSet/>
      <dgm:spPr/>
      <dgm:t>
        <a:bodyPr/>
        <a:lstStyle/>
        <a:p>
          <a:endParaRPr lang="en-US"/>
        </a:p>
      </dgm:t>
    </dgm:pt>
    <dgm:pt modelId="{6D05635B-69AF-4D69-84D9-F52A88B6E2B1}">
      <dgm:prSet custT="1"/>
      <dgm:spPr/>
      <dgm:t>
        <a:bodyPr/>
        <a:lstStyle/>
        <a:p>
          <a:r>
            <a:rPr lang="en-US" sz="2800" b="1" u="sng" dirty="0"/>
            <a:t>Insight</a:t>
          </a:r>
          <a:r>
            <a:rPr lang="en-US" sz="2500" dirty="0"/>
            <a:t>:</a:t>
          </a:r>
        </a:p>
      </dgm:t>
    </dgm:pt>
    <dgm:pt modelId="{D8A91F75-5923-4797-88A0-FCA92D558A2E}" type="parTrans" cxnId="{6760DF5F-5BDA-4E9A-9494-5FCEAF1BDC60}">
      <dgm:prSet/>
      <dgm:spPr/>
      <dgm:t>
        <a:bodyPr/>
        <a:lstStyle/>
        <a:p>
          <a:endParaRPr lang="en-US"/>
        </a:p>
      </dgm:t>
    </dgm:pt>
    <dgm:pt modelId="{0F26C813-DAB0-4670-A1F1-B102BBF102A1}" type="sibTrans" cxnId="{6760DF5F-5BDA-4E9A-9494-5FCEAF1BDC60}">
      <dgm:prSet/>
      <dgm:spPr/>
      <dgm:t>
        <a:bodyPr/>
        <a:lstStyle/>
        <a:p>
          <a:endParaRPr lang="en-US"/>
        </a:p>
      </dgm:t>
    </dgm:pt>
    <dgm:pt modelId="{B9798593-EC4A-4900-95E3-5A2BF9EC3608}">
      <dgm:prSet custT="1"/>
      <dgm:spPr/>
      <dgm:t>
        <a:bodyPr/>
        <a:lstStyle/>
        <a:p>
          <a:r>
            <a:rPr lang="en-US" sz="2800" dirty="0"/>
            <a:t>Amenity score does not influence booking conversion.</a:t>
          </a:r>
        </a:p>
      </dgm:t>
    </dgm:pt>
    <dgm:pt modelId="{2224C932-4831-4EE5-999E-F4BA67ED8153}" type="parTrans" cxnId="{E800E745-BEF9-4649-B6B3-EBBFFEDDAA4B}">
      <dgm:prSet/>
      <dgm:spPr/>
      <dgm:t>
        <a:bodyPr/>
        <a:lstStyle/>
        <a:p>
          <a:endParaRPr lang="en-US"/>
        </a:p>
      </dgm:t>
    </dgm:pt>
    <dgm:pt modelId="{C26E8F2E-BA59-4309-9E95-8BDE19419C9D}" type="sibTrans" cxnId="{E800E745-BEF9-4649-B6B3-EBBFFEDDAA4B}">
      <dgm:prSet/>
      <dgm:spPr/>
      <dgm:t>
        <a:bodyPr/>
        <a:lstStyle/>
        <a:p>
          <a:endParaRPr lang="en-US"/>
        </a:p>
      </dgm:t>
    </dgm:pt>
    <dgm:pt modelId="{151B8493-3F5C-4151-9DAC-31431004281E}" type="pres">
      <dgm:prSet presAssocID="{87C1336B-90AD-4140-9B18-1DA02667C538}" presName="outerComposite" presStyleCnt="0">
        <dgm:presLayoutVars>
          <dgm:chMax val="5"/>
          <dgm:dir/>
          <dgm:resizeHandles val="exact"/>
        </dgm:presLayoutVars>
      </dgm:prSet>
      <dgm:spPr/>
    </dgm:pt>
    <dgm:pt modelId="{6C1A9AC2-82B3-42C3-A41F-AFA55826CAA6}" type="pres">
      <dgm:prSet presAssocID="{87C1336B-90AD-4140-9B18-1DA02667C538}" presName="dummyMaxCanvas" presStyleCnt="0">
        <dgm:presLayoutVars/>
      </dgm:prSet>
      <dgm:spPr/>
    </dgm:pt>
    <dgm:pt modelId="{1AFDE9A3-DBB5-4DE6-9BDF-6152E552C3D7}" type="pres">
      <dgm:prSet presAssocID="{87C1336B-90AD-4140-9B18-1DA02667C538}" presName="FourNodes_1" presStyleLbl="node1" presStyleIdx="0" presStyleCnt="4">
        <dgm:presLayoutVars>
          <dgm:bulletEnabled val="1"/>
        </dgm:presLayoutVars>
      </dgm:prSet>
      <dgm:spPr/>
    </dgm:pt>
    <dgm:pt modelId="{FE28E788-8336-4736-95A0-09963D68294F}" type="pres">
      <dgm:prSet presAssocID="{87C1336B-90AD-4140-9B18-1DA02667C538}" presName="FourNodes_2" presStyleLbl="node1" presStyleIdx="1" presStyleCnt="4" custLinFactNeighborX="-1208" custLinFactNeighborY="-691">
        <dgm:presLayoutVars>
          <dgm:bulletEnabled val="1"/>
        </dgm:presLayoutVars>
      </dgm:prSet>
      <dgm:spPr/>
    </dgm:pt>
    <dgm:pt modelId="{FD48C2F3-081E-4624-AE84-F7DC94D26E42}" type="pres">
      <dgm:prSet presAssocID="{87C1336B-90AD-4140-9B18-1DA02667C538}" presName="FourNodes_3" presStyleLbl="node1" presStyleIdx="2" presStyleCnt="4">
        <dgm:presLayoutVars>
          <dgm:bulletEnabled val="1"/>
        </dgm:presLayoutVars>
      </dgm:prSet>
      <dgm:spPr/>
    </dgm:pt>
    <dgm:pt modelId="{01B294D9-0B33-43D6-AB47-8F7D1A9991A8}" type="pres">
      <dgm:prSet presAssocID="{87C1336B-90AD-4140-9B18-1DA02667C538}" presName="FourNodes_4" presStyleLbl="node1" presStyleIdx="3" presStyleCnt="4">
        <dgm:presLayoutVars>
          <dgm:bulletEnabled val="1"/>
        </dgm:presLayoutVars>
      </dgm:prSet>
      <dgm:spPr/>
    </dgm:pt>
    <dgm:pt modelId="{7D453FEE-7314-40A9-B645-3CDDB54FCC6B}" type="pres">
      <dgm:prSet presAssocID="{87C1336B-90AD-4140-9B18-1DA02667C538}" presName="FourConn_1-2" presStyleLbl="fgAccFollowNode1" presStyleIdx="0" presStyleCnt="3">
        <dgm:presLayoutVars>
          <dgm:bulletEnabled val="1"/>
        </dgm:presLayoutVars>
      </dgm:prSet>
      <dgm:spPr/>
    </dgm:pt>
    <dgm:pt modelId="{C1E0FA15-1771-414B-90B6-1D3DAF953303}" type="pres">
      <dgm:prSet presAssocID="{87C1336B-90AD-4140-9B18-1DA02667C538}" presName="FourConn_2-3" presStyleLbl="fgAccFollowNode1" presStyleIdx="1" presStyleCnt="3">
        <dgm:presLayoutVars>
          <dgm:bulletEnabled val="1"/>
        </dgm:presLayoutVars>
      </dgm:prSet>
      <dgm:spPr/>
    </dgm:pt>
    <dgm:pt modelId="{7853F240-D247-4B2D-B7EA-7C9BA1995160}" type="pres">
      <dgm:prSet presAssocID="{87C1336B-90AD-4140-9B18-1DA02667C538}" presName="FourConn_3-4" presStyleLbl="fgAccFollowNode1" presStyleIdx="2" presStyleCnt="3">
        <dgm:presLayoutVars>
          <dgm:bulletEnabled val="1"/>
        </dgm:presLayoutVars>
      </dgm:prSet>
      <dgm:spPr/>
    </dgm:pt>
    <dgm:pt modelId="{F01E714A-334C-4A1C-819D-BEEF007FFA1D}" type="pres">
      <dgm:prSet presAssocID="{87C1336B-90AD-4140-9B18-1DA02667C538}" presName="FourNodes_1_text" presStyleLbl="node1" presStyleIdx="3" presStyleCnt="4">
        <dgm:presLayoutVars>
          <dgm:bulletEnabled val="1"/>
        </dgm:presLayoutVars>
      </dgm:prSet>
      <dgm:spPr/>
    </dgm:pt>
    <dgm:pt modelId="{42CD11EC-0052-4593-B0A6-555B0F9AF10A}" type="pres">
      <dgm:prSet presAssocID="{87C1336B-90AD-4140-9B18-1DA02667C538}" presName="FourNodes_2_text" presStyleLbl="node1" presStyleIdx="3" presStyleCnt="4">
        <dgm:presLayoutVars>
          <dgm:bulletEnabled val="1"/>
        </dgm:presLayoutVars>
      </dgm:prSet>
      <dgm:spPr/>
    </dgm:pt>
    <dgm:pt modelId="{9A1DF035-5C98-4C8A-B7F6-9A448207B409}" type="pres">
      <dgm:prSet presAssocID="{87C1336B-90AD-4140-9B18-1DA02667C538}" presName="FourNodes_3_text" presStyleLbl="node1" presStyleIdx="3" presStyleCnt="4">
        <dgm:presLayoutVars>
          <dgm:bulletEnabled val="1"/>
        </dgm:presLayoutVars>
      </dgm:prSet>
      <dgm:spPr/>
    </dgm:pt>
    <dgm:pt modelId="{FE7ADAA5-DABA-47BB-A500-3279FC6B34EC}" type="pres">
      <dgm:prSet presAssocID="{87C1336B-90AD-4140-9B18-1DA02667C53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84A151A-D4FD-405D-ACCB-53A9FD335678}" type="presOf" srcId="{87C1336B-90AD-4140-9B18-1DA02667C538}" destId="{151B8493-3F5C-4151-9DAC-31431004281E}" srcOrd="0" destOrd="0" presId="urn:microsoft.com/office/officeart/2005/8/layout/vProcess5"/>
    <dgm:cxn modelId="{2F9DBA2E-35AD-4151-A3A5-7AF95392D3A4}" type="presOf" srcId="{B9798593-EC4A-4900-95E3-5A2BF9EC3608}" destId="{FE7ADAA5-DABA-47BB-A500-3279FC6B34EC}" srcOrd="1" destOrd="0" presId="urn:microsoft.com/office/officeart/2005/8/layout/vProcess5"/>
    <dgm:cxn modelId="{D0D9263D-D8F5-431E-ABC1-DAA6D06B17BB}" type="presOf" srcId="{CBA07EF0-4FAB-4575-A45A-5F457AD09DFC}" destId="{F01E714A-334C-4A1C-819D-BEEF007FFA1D}" srcOrd="1" destOrd="0" presId="urn:microsoft.com/office/officeart/2005/8/layout/vProcess5"/>
    <dgm:cxn modelId="{6760DF5F-5BDA-4E9A-9494-5FCEAF1BDC60}" srcId="{87C1336B-90AD-4140-9B18-1DA02667C538}" destId="{6D05635B-69AF-4D69-84D9-F52A88B6E2B1}" srcOrd="2" destOrd="0" parTransId="{D8A91F75-5923-4797-88A0-FCA92D558A2E}" sibTransId="{0F26C813-DAB0-4670-A1F1-B102BBF102A1}"/>
    <dgm:cxn modelId="{E800E745-BEF9-4649-B6B3-EBBFFEDDAA4B}" srcId="{87C1336B-90AD-4140-9B18-1DA02667C538}" destId="{B9798593-EC4A-4900-95E3-5A2BF9EC3608}" srcOrd="3" destOrd="0" parTransId="{2224C932-4831-4EE5-999E-F4BA67ED8153}" sibTransId="{C26E8F2E-BA59-4309-9E95-8BDE19419C9D}"/>
    <dgm:cxn modelId="{A3276C69-EEC6-4822-8CB5-82E57DB2585E}" type="presOf" srcId="{0F26C813-DAB0-4670-A1F1-B102BBF102A1}" destId="{7853F240-D247-4B2D-B7EA-7C9BA1995160}" srcOrd="0" destOrd="0" presId="urn:microsoft.com/office/officeart/2005/8/layout/vProcess5"/>
    <dgm:cxn modelId="{50472B4E-8C80-4BED-866E-34442B8F6592}" type="presOf" srcId="{5266177D-F16D-43FC-B179-93FE6F623187}" destId="{C1E0FA15-1771-414B-90B6-1D3DAF953303}" srcOrd="0" destOrd="0" presId="urn:microsoft.com/office/officeart/2005/8/layout/vProcess5"/>
    <dgm:cxn modelId="{D57C7872-5A06-4295-9486-D73A521F1103}" type="presOf" srcId="{1265A115-597A-4C2A-9A8C-FAD721AD5FA4}" destId="{42CD11EC-0052-4593-B0A6-555B0F9AF10A}" srcOrd="1" destOrd="0" presId="urn:microsoft.com/office/officeart/2005/8/layout/vProcess5"/>
    <dgm:cxn modelId="{402CC176-16E1-430D-BAE5-8CF7F39BFBE8}" type="presOf" srcId="{CBA07EF0-4FAB-4575-A45A-5F457AD09DFC}" destId="{1AFDE9A3-DBB5-4DE6-9BDF-6152E552C3D7}" srcOrd="0" destOrd="0" presId="urn:microsoft.com/office/officeart/2005/8/layout/vProcess5"/>
    <dgm:cxn modelId="{C06C3F57-05BB-4161-81CA-4A00C98B3934}" type="presOf" srcId="{B9798593-EC4A-4900-95E3-5A2BF9EC3608}" destId="{01B294D9-0B33-43D6-AB47-8F7D1A9991A8}" srcOrd="0" destOrd="0" presId="urn:microsoft.com/office/officeart/2005/8/layout/vProcess5"/>
    <dgm:cxn modelId="{3D147F98-F933-4056-9441-564D95424B27}" type="presOf" srcId="{6D05635B-69AF-4D69-84D9-F52A88B6E2B1}" destId="{9A1DF035-5C98-4C8A-B7F6-9A448207B409}" srcOrd="1" destOrd="0" presId="urn:microsoft.com/office/officeart/2005/8/layout/vProcess5"/>
    <dgm:cxn modelId="{04BFD3AA-52EE-45C5-9468-A81E26E02CD6}" type="presOf" srcId="{6D05635B-69AF-4D69-84D9-F52A88B6E2B1}" destId="{FD48C2F3-081E-4624-AE84-F7DC94D26E42}" srcOrd="0" destOrd="0" presId="urn:microsoft.com/office/officeart/2005/8/layout/vProcess5"/>
    <dgm:cxn modelId="{8E300BBB-45DC-4C81-98F1-2CE566E5ACE0}" type="presOf" srcId="{1265A115-597A-4C2A-9A8C-FAD721AD5FA4}" destId="{FE28E788-8336-4736-95A0-09963D68294F}" srcOrd="0" destOrd="0" presId="urn:microsoft.com/office/officeart/2005/8/layout/vProcess5"/>
    <dgm:cxn modelId="{29C442CD-4CEE-42E8-AA7A-2161E64097AE}" srcId="{87C1336B-90AD-4140-9B18-1DA02667C538}" destId="{CBA07EF0-4FAB-4575-A45A-5F457AD09DFC}" srcOrd="0" destOrd="0" parTransId="{ECF88462-EA17-478A-A83E-657ADAB9E9DD}" sibTransId="{E2295E68-C6B6-47DC-8867-A4A51422C851}"/>
    <dgm:cxn modelId="{D99CB2D8-EFDC-4B14-8F99-4B3E28B40DC4}" type="presOf" srcId="{E2295E68-C6B6-47DC-8867-A4A51422C851}" destId="{7D453FEE-7314-40A9-B645-3CDDB54FCC6B}" srcOrd="0" destOrd="0" presId="urn:microsoft.com/office/officeart/2005/8/layout/vProcess5"/>
    <dgm:cxn modelId="{4632E0EF-1D7A-4C01-ADF5-74AEDA9BA49B}" srcId="{87C1336B-90AD-4140-9B18-1DA02667C538}" destId="{1265A115-597A-4C2A-9A8C-FAD721AD5FA4}" srcOrd="1" destOrd="0" parTransId="{3F4D44D3-983F-4D2D-92B0-A10D348521E5}" sibTransId="{5266177D-F16D-43FC-B179-93FE6F623187}"/>
    <dgm:cxn modelId="{DD22C524-00B2-41E9-9A05-CDDB50B61D80}" type="presParOf" srcId="{151B8493-3F5C-4151-9DAC-31431004281E}" destId="{6C1A9AC2-82B3-42C3-A41F-AFA55826CAA6}" srcOrd="0" destOrd="0" presId="urn:microsoft.com/office/officeart/2005/8/layout/vProcess5"/>
    <dgm:cxn modelId="{C3EA0F6D-838B-4324-9A65-DFAAF58C23CD}" type="presParOf" srcId="{151B8493-3F5C-4151-9DAC-31431004281E}" destId="{1AFDE9A3-DBB5-4DE6-9BDF-6152E552C3D7}" srcOrd="1" destOrd="0" presId="urn:microsoft.com/office/officeart/2005/8/layout/vProcess5"/>
    <dgm:cxn modelId="{ED6C4D47-6684-43BE-8A1D-5E8AAEC6CF04}" type="presParOf" srcId="{151B8493-3F5C-4151-9DAC-31431004281E}" destId="{FE28E788-8336-4736-95A0-09963D68294F}" srcOrd="2" destOrd="0" presId="urn:microsoft.com/office/officeart/2005/8/layout/vProcess5"/>
    <dgm:cxn modelId="{ABF295AC-72CE-427F-9212-120D3C41C8E2}" type="presParOf" srcId="{151B8493-3F5C-4151-9DAC-31431004281E}" destId="{FD48C2F3-081E-4624-AE84-F7DC94D26E42}" srcOrd="3" destOrd="0" presId="urn:microsoft.com/office/officeart/2005/8/layout/vProcess5"/>
    <dgm:cxn modelId="{A81DA9E3-9866-489C-B875-A05D1565594A}" type="presParOf" srcId="{151B8493-3F5C-4151-9DAC-31431004281E}" destId="{01B294D9-0B33-43D6-AB47-8F7D1A9991A8}" srcOrd="4" destOrd="0" presId="urn:microsoft.com/office/officeart/2005/8/layout/vProcess5"/>
    <dgm:cxn modelId="{A93BDBC8-8751-41B8-807A-0801B3A043F3}" type="presParOf" srcId="{151B8493-3F5C-4151-9DAC-31431004281E}" destId="{7D453FEE-7314-40A9-B645-3CDDB54FCC6B}" srcOrd="5" destOrd="0" presId="urn:microsoft.com/office/officeart/2005/8/layout/vProcess5"/>
    <dgm:cxn modelId="{B7335D0C-3A4D-42E4-8BB7-A17A9FD5A668}" type="presParOf" srcId="{151B8493-3F5C-4151-9DAC-31431004281E}" destId="{C1E0FA15-1771-414B-90B6-1D3DAF953303}" srcOrd="6" destOrd="0" presId="urn:microsoft.com/office/officeart/2005/8/layout/vProcess5"/>
    <dgm:cxn modelId="{FB6B1B0F-0F77-4FE7-9A2C-CE537922EBAF}" type="presParOf" srcId="{151B8493-3F5C-4151-9DAC-31431004281E}" destId="{7853F240-D247-4B2D-B7EA-7C9BA1995160}" srcOrd="7" destOrd="0" presId="urn:microsoft.com/office/officeart/2005/8/layout/vProcess5"/>
    <dgm:cxn modelId="{0620363B-CA49-400B-A433-B615A23272BB}" type="presParOf" srcId="{151B8493-3F5C-4151-9DAC-31431004281E}" destId="{F01E714A-334C-4A1C-819D-BEEF007FFA1D}" srcOrd="8" destOrd="0" presId="urn:microsoft.com/office/officeart/2005/8/layout/vProcess5"/>
    <dgm:cxn modelId="{053AF9B6-FAA7-4A98-AF39-B8DE7550CE37}" type="presParOf" srcId="{151B8493-3F5C-4151-9DAC-31431004281E}" destId="{42CD11EC-0052-4593-B0A6-555B0F9AF10A}" srcOrd="9" destOrd="0" presId="urn:microsoft.com/office/officeart/2005/8/layout/vProcess5"/>
    <dgm:cxn modelId="{7626D0F2-964F-42E3-BD43-25B18AD3A920}" type="presParOf" srcId="{151B8493-3F5C-4151-9DAC-31431004281E}" destId="{9A1DF035-5C98-4C8A-B7F6-9A448207B409}" srcOrd="10" destOrd="0" presId="urn:microsoft.com/office/officeart/2005/8/layout/vProcess5"/>
    <dgm:cxn modelId="{11B81981-C46D-43AA-AA77-BF69F70582F7}" type="presParOf" srcId="{151B8493-3F5C-4151-9DAC-31431004281E}" destId="{FE7ADAA5-DABA-47BB-A500-3279FC6B34E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A0D981-B2FA-4F10-9D6C-3ADB58A31F7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662583-99B1-4C35-9F7C-322C534B7E4B}">
      <dgm:prSet custT="1"/>
      <dgm:spPr/>
      <dgm:t>
        <a:bodyPr/>
        <a:lstStyle/>
        <a:p>
          <a:r>
            <a:rPr lang="en-IN" sz="4000" dirty="0">
              <a:latin typeface="Arial" panose="020B0604020202020204" pitchFamily="34" charset="0"/>
              <a:cs typeface="Arial" panose="020B0604020202020204" pitchFamily="34" charset="0"/>
            </a:rPr>
            <a:t>Overall Bangalore</a:t>
          </a:r>
          <a:r>
            <a:rPr lang="en-IN" sz="32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  <a:endParaRPr lang="en-US" sz="3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C67855-2E8C-44F9-A544-DFD71A7C300A}" type="parTrans" cxnId="{5DA21AD6-D959-4BAE-A321-E27EC466E0C5}">
      <dgm:prSet/>
      <dgm:spPr/>
      <dgm:t>
        <a:bodyPr/>
        <a:lstStyle/>
        <a:p>
          <a:endParaRPr lang="en-US"/>
        </a:p>
      </dgm:t>
    </dgm:pt>
    <dgm:pt modelId="{6DDE233A-1E13-4A1C-870B-151C70EC04C3}" type="sibTrans" cxnId="{5DA21AD6-D959-4BAE-A321-E27EC466E0C5}">
      <dgm:prSet/>
      <dgm:spPr/>
      <dgm:t>
        <a:bodyPr/>
        <a:lstStyle/>
        <a:p>
          <a:endParaRPr lang="en-US"/>
        </a:p>
      </dgm:t>
    </dgm:pt>
    <dgm:pt modelId="{97104507-2A88-452F-A652-CB8C472D74C5}">
      <dgm:prSet custT="1"/>
      <dgm:spPr/>
      <dgm:t>
        <a:bodyPr/>
        <a:lstStyle/>
        <a:p>
          <a:r>
            <a:rPr lang="en-IN" sz="3200" dirty="0"/>
            <a:t>🥇 3BHK</a:t>
          </a:r>
          <a:br>
            <a:rPr lang="en-IN" sz="3200" dirty="0"/>
          </a:br>
          <a:r>
            <a:rPr lang="en-IN" sz="3200" dirty="0"/>
            <a:t>🥈 4BHK</a:t>
          </a:r>
          <a:br>
            <a:rPr lang="en-IN" sz="3200" dirty="0"/>
          </a:br>
          <a:r>
            <a:rPr lang="en-IN" sz="3200" dirty="0"/>
            <a:t>🥉 5BHK</a:t>
          </a:r>
          <a:endParaRPr lang="en-US" sz="3200" dirty="0"/>
        </a:p>
      </dgm:t>
    </dgm:pt>
    <dgm:pt modelId="{9E42D825-1E75-4881-91C9-C9731A870C7D}" type="parTrans" cxnId="{FE016FB6-E79D-4569-A538-D9EF108E70C1}">
      <dgm:prSet/>
      <dgm:spPr/>
      <dgm:t>
        <a:bodyPr/>
        <a:lstStyle/>
        <a:p>
          <a:endParaRPr lang="en-US"/>
        </a:p>
      </dgm:t>
    </dgm:pt>
    <dgm:pt modelId="{233DEBAA-D179-41B9-984C-CDB92112BD1E}" type="sibTrans" cxnId="{FE016FB6-E79D-4569-A538-D9EF108E70C1}">
      <dgm:prSet/>
      <dgm:spPr/>
      <dgm:t>
        <a:bodyPr/>
        <a:lstStyle/>
        <a:p>
          <a:endParaRPr lang="en-US"/>
        </a:p>
      </dgm:t>
    </dgm:pt>
    <dgm:pt modelId="{1D9B103E-CD73-4166-A216-2AFDB63487FF}">
      <dgm:prSet custT="1"/>
      <dgm:spPr/>
      <dgm:t>
        <a:bodyPr/>
        <a:lstStyle/>
        <a:p>
          <a:r>
            <a:rPr lang="en-US" sz="4000" dirty="0">
              <a:latin typeface="Arial" panose="020B0604020202020204" pitchFamily="34" charset="0"/>
              <a:cs typeface="Arial" panose="020B0604020202020204" pitchFamily="34" charset="0"/>
            </a:rPr>
            <a:t>Whitefield (Exception):</a:t>
          </a:r>
        </a:p>
      </dgm:t>
    </dgm:pt>
    <dgm:pt modelId="{0AD9BD4F-80D0-427E-8F4C-752C8B0D728F}" type="parTrans" cxnId="{88CD581C-7EF5-47D0-8A02-B80D4718F87B}">
      <dgm:prSet/>
      <dgm:spPr/>
      <dgm:t>
        <a:bodyPr/>
        <a:lstStyle/>
        <a:p>
          <a:endParaRPr lang="en-US"/>
        </a:p>
      </dgm:t>
    </dgm:pt>
    <dgm:pt modelId="{B834B589-84AA-4736-BD2C-269EFFFD61C0}" type="sibTrans" cxnId="{88CD581C-7EF5-47D0-8A02-B80D4718F87B}">
      <dgm:prSet/>
      <dgm:spPr/>
      <dgm:t>
        <a:bodyPr/>
        <a:lstStyle/>
        <a:p>
          <a:endParaRPr lang="en-US"/>
        </a:p>
      </dgm:t>
    </dgm:pt>
    <dgm:pt modelId="{FB9B80F5-607E-4851-85FC-31DEF8341FD7}">
      <dgm:prSet custT="1"/>
      <dgm:spPr/>
      <dgm:t>
        <a:bodyPr/>
        <a:lstStyle/>
        <a:p>
          <a:r>
            <a:rPr lang="en-US" sz="3200" dirty="0">
              <a:latin typeface="Arial" panose="020B0604020202020204" pitchFamily="34" charset="0"/>
              <a:cs typeface="Arial" panose="020B0604020202020204" pitchFamily="34" charset="0"/>
            </a:rPr>
            <a:t>🥇 5BHK leads demand</a:t>
          </a:r>
        </a:p>
      </dgm:t>
    </dgm:pt>
    <dgm:pt modelId="{7C6C7914-E59E-4086-B084-612DE54029D6}" type="parTrans" cxnId="{9743A3B4-AD7C-4191-A1F0-55F5571810D7}">
      <dgm:prSet/>
      <dgm:spPr/>
      <dgm:t>
        <a:bodyPr/>
        <a:lstStyle/>
        <a:p>
          <a:endParaRPr lang="en-US"/>
        </a:p>
      </dgm:t>
    </dgm:pt>
    <dgm:pt modelId="{611A8DC7-6AEE-4F69-9F4D-BB609194C812}" type="sibTrans" cxnId="{9743A3B4-AD7C-4191-A1F0-55F5571810D7}">
      <dgm:prSet/>
      <dgm:spPr/>
      <dgm:t>
        <a:bodyPr/>
        <a:lstStyle/>
        <a:p>
          <a:endParaRPr lang="en-US"/>
        </a:p>
      </dgm:t>
    </dgm:pt>
    <dgm:pt modelId="{FEF0F105-1984-4FDD-AAAF-38E2CF0AB113}" type="pres">
      <dgm:prSet presAssocID="{C3A0D981-B2FA-4F10-9D6C-3ADB58A31F73}" presName="matrix" presStyleCnt="0">
        <dgm:presLayoutVars>
          <dgm:chMax val="1"/>
          <dgm:dir/>
          <dgm:resizeHandles val="exact"/>
        </dgm:presLayoutVars>
      </dgm:prSet>
      <dgm:spPr/>
    </dgm:pt>
    <dgm:pt modelId="{78A5AD80-38C1-4C82-9D85-62B652D80BC5}" type="pres">
      <dgm:prSet presAssocID="{C3A0D981-B2FA-4F10-9D6C-3ADB58A31F73}" presName="diamond" presStyleLbl="bgShp" presStyleIdx="0" presStyleCnt="1"/>
      <dgm:spPr/>
    </dgm:pt>
    <dgm:pt modelId="{3209758C-57A4-445A-9028-8C29C959FC91}" type="pres">
      <dgm:prSet presAssocID="{C3A0D981-B2FA-4F10-9D6C-3ADB58A31F73}" presName="quad1" presStyleLbl="node1" presStyleIdx="0" presStyleCnt="4" custScaleX="286744" custLinFactX="-43556" custLinFactNeighborX="-100000" custLinFactNeighborY="-21701">
        <dgm:presLayoutVars>
          <dgm:chMax val="0"/>
          <dgm:chPref val="0"/>
          <dgm:bulletEnabled val="1"/>
        </dgm:presLayoutVars>
      </dgm:prSet>
      <dgm:spPr/>
    </dgm:pt>
    <dgm:pt modelId="{2392108C-766B-48DF-913C-6BB153EFCF63}" type="pres">
      <dgm:prSet presAssocID="{C3A0D981-B2FA-4F10-9D6C-3ADB58A31F73}" presName="quad2" presStyleLbl="node1" presStyleIdx="1" presStyleCnt="4" custScaleX="296169" custLinFactNeighborX="93478" custLinFactNeighborY="-21700">
        <dgm:presLayoutVars>
          <dgm:chMax val="0"/>
          <dgm:chPref val="0"/>
          <dgm:bulletEnabled val="1"/>
        </dgm:presLayoutVars>
      </dgm:prSet>
      <dgm:spPr/>
    </dgm:pt>
    <dgm:pt modelId="{BE63FB9C-4B88-4A45-889A-93011363C54E}" type="pres">
      <dgm:prSet presAssocID="{C3A0D981-B2FA-4F10-9D6C-3ADB58A31F73}" presName="quad3" presStyleLbl="node1" presStyleIdx="2" presStyleCnt="4" custScaleX="347335" custLinFactX="-15145" custLinFactNeighborX="-100000" custLinFactNeighborY="-8346">
        <dgm:presLayoutVars>
          <dgm:chMax val="0"/>
          <dgm:chPref val="0"/>
          <dgm:bulletEnabled val="1"/>
        </dgm:presLayoutVars>
      </dgm:prSet>
      <dgm:spPr/>
    </dgm:pt>
    <dgm:pt modelId="{A89E721E-2C79-48DC-93DF-13E636EEE56B}" type="pres">
      <dgm:prSet presAssocID="{C3A0D981-B2FA-4F10-9D6C-3ADB58A31F73}" presName="quad4" presStyleLbl="node1" presStyleIdx="3" presStyleCnt="4" custScaleX="253522" custLinFactX="1299" custLinFactNeighborX="100000" custLinFactNeighborY="-835">
        <dgm:presLayoutVars>
          <dgm:chMax val="0"/>
          <dgm:chPref val="0"/>
          <dgm:bulletEnabled val="1"/>
        </dgm:presLayoutVars>
      </dgm:prSet>
      <dgm:spPr/>
    </dgm:pt>
  </dgm:ptLst>
  <dgm:cxnLst>
    <dgm:cxn modelId="{88CD581C-7EF5-47D0-8A02-B80D4718F87B}" srcId="{C3A0D981-B2FA-4F10-9D6C-3ADB58A31F73}" destId="{1D9B103E-CD73-4166-A216-2AFDB63487FF}" srcOrd="2" destOrd="0" parTransId="{0AD9BD4F-80D0-427E-8F4C-752C8B0D728F}" sibTransId="{B834B589-84AA-4736-BD2C-269EFFFD61C0}"/>
    <dgm:cxn modelId="{0884ED2A-4722-4CEB-ADBC-7F785A5A831A}" type="presOf" srcId="{97104507-2A88-452F-A652-CB8C472D74C5}" destId="{2392108C-766B-48DF-913C-6BB153EFCF63}" srcOrd="0" destOrd="0" presId="urn:microsoft.com/office/officeart/2005/8/layout/matrix3"/>
    <dgm:cxn modelId="{CDCC125B-075B-48B7-B9F5-0CEA1F91E94C}" type="presOf" srcId="{1D9B103E-CD73-4166-A216-2AFDB63487FF}" destId="{BE63FB9C-4B88-4A45-889A-93011363C54E}" srcOrd="0" destOrd="0" presId="urn:microsoft.com/office/officeart/2005/8/layout/matrix3"/>
    <dgm:cxn modelId="{5DD59769-F653-49FE-9B0A-CED00D56CFAF}" type="presOf" srcId="{C3A0D981-B2FA-4F10-9D6C-3ADB58A31F73}" destId="{FEF0F105-1984-4FDD-AAAF-38E2CF0AB113}" srcOrd="0" destOrd="0" presId="urn:microsoft.com/office/officeart/2005/8/layout/matrix3"/>
    <dgm:cxn modelId="{9743A3B4-AD7C-4191-A1F0-55F5571810D7}" srcId="{C3A0D981-B2FA-4F10-9D6C-3ADB58A31F73}" destId="{FB9B80F5-607E-4851-85FC-31DEF8341FD7}" srcOrd="3" destOrd="0" parTransId="{7C6C7914-E59E-4086-B084-612DE54029D6}" sibTransId="{611A8DC7-6AEE-4F69-9F4D-BB609194C812}"/>
    <dgm:cxn modelId="{FE016FB6-E79D-4569-A538-D9EF108E70C1}" srcId="{C3A0D981-B2FA-4F10-9D6C-3ADB58A31F73}" destId="{97104507-2A88-452F-A652-CB8C472D74C5}" srcOrd="1" destOrd="0" parTransId="{9E42D825-1E75-4881-91C9-C9731A870C7D}" sibTransId="{233DEBAA-D179-41B9-984C-CDB92112BD1E}"/>
    <dgm:cxn modelId="{7285A4B8-FBBA-4518-82F0-7697EBDB3D53}" type="presOf" srcId="{FB9B80F5-607E-4851-85FC-31DEF8341FD7}" destId="{A89E721E-2C79-48DC-93DF-13E636EEE56B}" srcOrd="0" destOrd="0" presId="urn:microsoft.com/office/officeart/2005/8/layout/matrix3"/>
    <dgm:cxn modelId="{E83AFBC4-B244-4350-BF9F-4219336FB0D9}" type="presOf" srcId="{53662583-99B1-4C35-9F7C-322C534B7E4B}" destId="{3209758C-57A4-445A-9028-8C29C959FC91}" srcOrd="0" destOrd="0" presId="urn:microsoft.com/office/officeart/2005/8/layout/matrix3"/>
    <dgm:cxn modelId="{5DA21AD6-D959-4BAE-A321-E27EC466E0C5}" srcId="{C3A0D981-B2FA-4F10-9D6C-3ADB58A31F73}" destId="{53662583-99B1-4C35-9F7C-322C534B7E4B}" srcOrd="0" destOrd="0" parTransId="{A2C67855-2E8C-44F9-A544-DFD71A7C300A}" sibTransId="{6DDE233A-1E13-4A1C-870B-151C70EC04C3}"/>
    <dgm:cxn modelId="{12360B65-91E3-4F2A-9FBF-E8E874375C9D}" type="presParOf" srcId="{FEF0F105-1984-4FDD-AAAF-38E2CF0AB113}" destId="{78A5AD80-38C1-4C82-9D85-62B652D80BC5}" srcOrd="0" destOrd="0" presId="urn:microsoft.com/office/officeart/2005/8/layout/matrix3"/>
    <dgm:cxn modelId="{467B04B9-3B52-4DA4-93DA-37A67247087C}" type="presParOf" srcId="{FEF0F105-1984-4FDD-AAAF-38E2CF0AB113}" destId="{3209758C-57A4-445A-9028-8C29C959FC91}" srcOrd="1" destOrd="0" presId="urn:microsoft.com/office/officeart/2005/8/layout/matrix3"/>
    <dgm:cxn modelId="{EB533659-818A-4D67-A3F2-51CA309AB4C8}" type="presParOf" srcId="{FEF0F105-1984-4FDD-AAAF-38E2CF0AB113}" destId="{2392108C-766B-48DF-913C-6BB153EFCF63}" srcOrd="2" destOrd="0" presId="urn:microsoft.com/office/officeart/2005/8/layout/matrix3"/>
    <dgm:cxn modelId="{09EAFB2D-D259-4AF8-B910-B0665FE77BE5}" type="presParOf" srcId="{FEF0F105-1984-4FDD-AAAF-38E2CF0AB113}" destId="{BE63FB9C-4B88-4A45-889A-93011363C54E}" srcOrd="3" destOrd="0" presId="urn:microsoft.com/office/officeart/2005/8/layout/matrix3"/>
    <dgm:cxn modelId="{19EAB95E-A603-48F1-AE90-53643CF6EEC3}" type="presParOf" srcId="{FEF0F105-1984-4FDD-AAAF-38E2CF0AB113}" destId="{A89E721E-2C79-48DC-93DF-13E636EEE56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A0E161-612B-4FD4-AEEE-76AC55F80300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EB57AAB-D4FE-43D7-BE13-3D93A1B60E6B}">
      <dgm:prSet custT="1"/>
      <dgm:spPr/>
      <dgm:t>
        <a:bodyPr/>
        <a:lstStyle/>
        <a:p>
          <a:endParaRPr lang="en-US" sz="4000" b="1" u="sng" dirty="0"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n-US" sz="4000" b="1" u="sng" dirty="0">
              <a:latin typeface="Arial" panose="020B0604020202020204" pitchFamily="34" charset="0"/>
              <a:cs typeface="Arial" panose="020B0604020202020204" pitchFamily="34" charset="0"/>
            </a:rPr>
            <a:t>Overall Bangalore</a:t>
          </a:r>
          <a:r>
            <a:rPr lang="en-US" sz="32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gm:t>
    </dgm:pt>
    <dgm:pt modelId="{0A42B5D9-87DC-4247-818F-1CD792DDB377}" type="parTrans" cxnId="{581A1E18-0BA9-4117-A5C8-AF43EF446378}">
      <dgm:prSet/>
      <dgm:spPr/>
      <dgm:t>
        <a:bodyPr/>
        <a:lstStyle/>
        <a:p>
          <a:endParaRPr lang="en-US"/>
        </a:p>
      </dgm:t>
    </dgm:pt>
    <dgm:pt modelId="{62E4E202-0386-4E1D-B96A-63B63238CD07}" type="sibTrans" cxnId="{581A1E18-0BA9-4117-A5C8-AF43EF446378}">
      <dgm:prSet/>
      <dgm:spPr/>
      <dgm:t>
        <a:bodyPr/>
        <a:lstStyle/>
        <a:p>
          <a:endParaRPr lang="en-US"/>
        </a:p>
      </dgm:t>
    </dgm:pt>
    <dgm:pt modelId="{555157C1-A0AA-433F-8724-00F7A835C34A}">
      <dgm:prSet custT="1"/>
      <dgm:spPr/>
      <dgm:t>
        <a:bodyPr/>
        <a:lstStyle/>
        <a:p>
          <a:r>
            <a:rPr lang="en-US" sz="3200" dirty="0">
              <a:latin typeface="Arial" panose="020B0604020202020204" pitchFamily="34" charset="0"/>
              <a:cs typeface="Arial" panose="020B0604020202020204" pitchFamily="34" charset="0"/>
            </a:rPr>
            <a:t>Online – Highest</a:t>
          </a:r>
        </a:p>
      </dgm:t>
    </dgm:pt>
    <dgm:pt modelId="{0DF3F6FD-E7E5-4265-972E-0B52FE85E1E8}" type="parTrans" cxnId="{3B81E1AF-63FB-4939-B1EC-E08C6C81419D}">
      <dgm:prSet/>
      <dgm:spPr/>
      <dgm:t>
        <a:bodyPr/>
        <a:lstStyle/>
        <a:p>
          <a:endParaRPr lang="en-US"/>
        </a:p>
      </dgm:t>
    </dgm:pt>
    <dgm:pt modelId="{EAC55F94-2C94-4310-BF9C-4050ED7B69CA}" type="sibTrans" cxnId="{3B81E1AF-63FB-4939-B1EC-E08C6C81419D}">
      <dgm:prSet/>
      <dgm:spPr/>
      <dgm:t>
        <a:bodyPr/>
        <a:lstStyle/>
        <a:p>
          <a:endParaRPr lang="en-US"/>
        </a:p>
      </dgm:t>
    </dgm:pt>
    <dgm:pt modelId="{3ACB1924-BB22-4F7B-8432-34B1CEB1B522}">
      <dgm:prSet custT="1"/>
      <dgm:spPr/>
      <dgm:t>
        <a:bodyPr/>
        <a:lstStyle/>
        <a:p>
          <a:r>
            <a:rPr lang="en-US" sz="3200" dirty="0">
              <a:latin typeface="Arial" panose="020B0604020202020204" pitchFamily="34" charset="0"/>
              <a:cs typeface="Arial" panose="020B0604020202020204" pitchFamily="34" charset="0"/>
            </a:rPr>
            <a:t>Broker</a:t>
          </a:r>
        </a:p>
      </dgm:t>
    </dgm:pt>
    <dgm:pt modelId="{8F85FA0B-19A3-4C66-B996-512322B2C429}" type="parTrans" cxnId="{BB2513DB-ACA6-4885-911F-29B5A0FAC552}">
      <dgm:prSet/>
      <dgm:spPr/>
      <dgm:t>
        <a:bodyPr/>
        <a:lstStyle/>
        <a:p>
          <a:endParaRPr lang="en-US"/>
        </a:p>
      </dgm:t>
    </dgm:pt>
    <dgm:pt modelId="{101634D0-7002-41B9-A726-EFA4A9E81D47}" type="sibTrans" cxnId="{BB2513DB-ACA6-4885-911F-29B5A0FAC552}">
      <dgm:prSet/>
      <dgm:spPr/>
      <dgm:t>
        <a:bodyPr/>
        <a:lstStyle/>
        <a:p>
          <a:endParaRPr lang="en-US"/>
        </a:p>
      </dgm:t>
    </dgm:pt>
    <dgm:pt modelId="{806491E7-AA25-4A03-AF67-1010D1BFB858}">
      <dgm:prSet custT="1"/>
      <dgm:spPr/>
      <dgm:t>
        <a:bodyPr/>
        <a:lstStyle/>
        <a:p>
          <a:r>
            <a:rPr lang="en-US" sz="3200">
              <a:latin typeface="Arial" panose="020B0604020202020204" pitchFamily="34" charset="0"/>
              <a:cs typeface="Arial" panose="020B0604020202020204" pitchFamily="34" charset="0"/>
            </a:rPr>
            <a:t>NRI Desk</a:t>
          </a:r>
        </a:p>
      </dgm:t>
    </dgm:pt>
    <dgm:pt modelId="{29FD28EB-866C-4FA4-B2AA-61DC2E50DE7C}" type="parTrans" cxnId="{2018E0B4-12DA-424F-B136-7E1FFE87C8E4}">
      <dgm:prSet/>
      <dgm:spPr/>
      <dgm:t>
        <a:bodyPr/>
        <a:lstStyle/>
        <a:p>
          <a:endParaRPr lang="en-US"/>
        </a:p>
      </dgm:t>
    </dgm:pt>
    <dgm:pt modelId="{1CC0B9EA-E7AE-46F2-83B3-215B1CFF2B8A}" type="sibTrans" cxnId="{2018E0B4-12DA-424F-B136-7E1FFE87C8E4}">
      <dgm:prSet/>
      <dgm:spPr/>
      <dgm:t>
        <a:bodyPr/>
        <a:lstStyle/>
        <a:p>
          <a:endParaRPr lang="en-US"/>
        </a:p>
      </dgm:t>
    </dgm:pt>
    <dgm:pt modelId="{9ECC8363-80AD-46A1-8734-BC46DCF8CAD8}">
      <dgm:prSet custT="1"/>
      <dgm:spPr/>
      <dgm:t>
        <a:bodyPr/>
        <a:lstStyle/>
        <a:p>
          <a:r>
            <a:rPr lang="en-US" sz="3200">
              <a:latin typeface="Arial" panose="020B0604020202020204" pitchFamily="34" charset="0"/>
              <a:cs typeface="Arial" panose="020B0604020202020204" pitchFamily="34" charset="0"/>
            </a:rPr>
            <a:t>Direct Sales</a:t>
          </a:r>
        </a:p>
      </dgm:t>
    </dgm:pt>
    <dgm:pt modelId="{DAA30351-B443-4339-A4F8-080A522A8854}" type="parTrans" cxnId="{F49E38A0-5B8D-4192-B30B-95622E70F616}">
      <dgm:prSet/>
      <dgm:spPr/>
      <dgm:t>
        <a:bodyPr/>
        <a:lstStyle/>
        <a:p>
          <a:endParaRPr lang="en-US"/>
        </a:p>
      </dgm:t>
    </dgm:pt>
    <dgm:pt modelId="{AE030EE4-C7DB-46A7-A57F-5DE4D1604D50}" type="sibTrans" cxnId="{F49E38A0-5B8D-4192-B30B-95622E70F616}">
      <dgm:prSet/>
      <dgm:spPr/>
      <dgm:t>
        <a:bodyPr/>
        <a:lstStyle/>
        <a:p>
          <a:endParaRPr lang="en-US"/>
        </a:p>
      </dgm:t>
    </dgm:pt>
    <dgm:pt modelId="{114F6E77-F320-42C5-A1E6-B0F29F917229}">
      <dgm:prSet custT="1"/>
      <dgm:spPr/>
      <dgm:t>
        <a:bodyPr/>
        <a:lstStyle/>
        <a:p>
          <a:r>
            <a:rPr lang="en-US" sz="4000" b="1" u="sng" dirty="0">
              <a:latin typeface="Arial" panose="020B0604020202020204" pitchFamily="34" charset="0"/>
              <a:cs typeface="Arial" panose="020B0604020202020204" pitchFamily="34" charset="0"/>
            </a:rPr>
            <a:t>Electronic City</a:t>
          </a:r>
          <a:r>
            <a:rPr lang="en-US" sz="40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3200" dirty="0">
              <a:latin typeface="Arial" panose="020B0604020202020204" pitchFamily="34" charset="0"/>
              <a:cs typeface="Arial" panose="020B0604020202020204" pitchFamily="34" charset="0"/>
            </a:rPr>
            <a:t>(Different Trend):</a:t>
          </a:r>
        </a:p>
      </dgm:t>
    </dgm:pt>
    <dgm:pt modelId="{A88E17C2-D73A-4C99-87D6-22D087B7BE9C}" type="parTrans" cxnId="{EA5754E9-8D45-428A-9E77-60216DA0E9E1}">
      <dgm:prSet/>
      <dgm:spPr/>
      <dgm:t>
        <a:bodyPr/>
        <a:lstStyle/>
        <a:p>
          <a:endParaRPr lang="en-US"/>
        </a:p>
      </dgm:t>
    </dgm:pt>
    <dgm:pt modelId="{26C21207-2770-4AB4-ACDF-E3B1125BE567}" type="sibTrans" cxnId="{EA5754E9-8D45-428A-9E77-60216DA0E9E1}">
      <dgm:prSet/>
      <dgm:spPr/>
      <dgm:t>
        <a:bodyPr/>
        <a:lstStyle/>
        <a:p>
          <a:endParaRPr lang="en-US"/>
        </a:p>
      </dgm:t>
    </dgm:pt>
    <dgm:pt modelId="{CF7A02D7-4048-4F2C-A5B1-ECF6AA04F18A}">
      <dgm:prSet custT="1"/>
      <dgm:spPr/>
      <dgm:t>
        <a:bodyPr/>
        <a:lstStyle/>
        <a:p>
          <a:r>
            <a:rPr lang="en-US" sz="3200">
              <a:latin typeface="Arial" panose="020B0604020202020204" pitchFamily="34" charset="0"/>
              <a:cs typeface="Arial" panose="020B0604020202020204" pitchFamily="34" charset="0"/>
            </a:rPr>
            <a:t>Broker</a:t>
          </a:r>
        </a:p>
      </dgm:t>
    </dgm:pt>
    <dgm:pt modelId="{CA2A2E16-4DCA-421F-B69B-B880EE6B6FC0}" type="parTrans" cxnId="{3695C62B-7414-4CBD-8803-C341B8DEE4E7}">
      <dgm:prSet/>
      <dgm:spPr/>
      <dgm:t>
        <a:bodyPr/>
        <a:lstStyle/>
        <a:p>
          <a:endParaRPr lang="en-US"/>
        </a:p>
      </dgm:t>
    </dgm:pt>
    <dgm:pt modelId="{27B6061E-0B49-4A29-97E0-5471ABDA0C46}" type="sibTrans" cxnId="{3695C62B-7414-4CBD-8803-C341B8DEE4E7}">
      <dgm:prSet/>
      <dgm:spPr/>
      <dgm:t>
        <a:bodyPr/>
        <a:lstStyle/>
        <a:p>
          <a:endParaRPr lang="en-US"/>
        </a:p>
      </dgm:t>
    </dgm:pt>
    <dgm:pt modelId="{079F230F-C57E-49A3-90DE-0536CFD45863}">
      <dgm:prSet custT="1"/>
      <dgm:spPr/>
      <dgm:t>
        <a:bodyPr/>
        <a:lstStyle/>
        <a:p>
          <a:r>
            <a:rPr lang="en-US" sz="3200">
              <a:latin typeface="Arial" panose="020B0604020202020204" pitchFamily="34" charset="0"/>
              <a:cs typeface="Arial" panose="020B0604020202020204" pitchFamily="34" charset="0"/>
            </a:rPr>
            <a:t>NRI</a:t>
          </a:r>
        </a:p>
      </dgm:t>
    </dgm:pt>
    <dgm:pt modelId="{E356D67E-D23E-4E52-B9CE-9C5E19385DD2}" type="parTrans" cxnId="{BCC72F95-55ED-4FE8-8E68-5946F294FBB3}">
      <dgm:prSet/>
      <dgm:spPr/>
      <dgm:t>
        <a:bodyPr/>
        <a:lstStyle/>
        <a:p>
          <a:endParaRPr lang="en-US"/>
        </a:p>
      </dgm:t>
    </dgm:pt>
    <dgm:pt modelId="{20B6D592-4DCD-4C92-9CB1-1C39575358F8}" type="sibTrans" cxnId="{BCC72F95-55ED-4FE8-8E68-5946F294FBB3}">
      <dgm:prSet/>
      <dgm:spPr/>
      <dgm:t>
        <a:bodyPr/>
        <a:lstStyle/>
        <a:p>
          <a:endParaRPr lang="en-US"/>
        </a:p>
      </dgm:t>
    </dgm:pt>
    <dgm:pt modelId="{B8D51E15-C595-4D7E-8341-ED0224B456EC}">
      <dgm:prSet custT="1"/>
      <dgm:spPr/>
      <dgm:t>
        <a:bodyPr/>
        <a:lstStyle/>
        <a:p>
          <a:r>
            <a:rPr lang="en-US" sz="3200">
              <a:latin typeface="Arial" panose="020B0604020202020204" pitchFamily="34" charset="0"/>
              <a:cs typeface="Arial" panose="020B0604020202020204" pitchFamily="34" charset="0"/>
            </a:rPr>
            <a:t>Online</a:t>
          </a:r>
        </a:p>
      </dgm:t>
    </dgm:pt>
    <dgm:pt modelId="{3BB626C7-3CD4-4C40-834C-DA82A60DD9EF}" type="parTrans" cxnId="{FBA06D60-30D6-4FC7-BE76-3D8696C9A972}">
      <dgm:prSet/>
      <dgm:spPr/>
      <dgm:t>
        <a:bodyPr/>
        <a:lstStyle/>
        <a:p>
          <a:endParaRPr lang="en-US"/>
        </a:p>
      </dgm:t>
    </dgm:pt>
    <dgm:pt modelId="{3E8993EC-1D1B-4548-81C8-FDE90BD2AF28}" type="sibTrans" cxnId="{FBA06D60-30D6-4FC7-BE76-3D8696C9A972}">
      <dgm:prSet/>
      <dgm:spPr/>
      <dgm:t>
        <a:bodyPr/>
        <a:lstStyle/>
        <a:p>
          <a:endParaRPr lang="en-US"/>
        </a:p>
      </dgm:t>
    </dgm:pt>
    <dgm:pt modelId="{2B14ED29-C1BB-48C4-96F2-96F6C521849A}">
      <dgm:prSet custT="1"/>
      <dgm:spPr/>
      <dgm:t>
        <a:bodyPr/>
        <a:lstStyle/>
        <a:p>
          <a:r>
            <a:rPr lang="en-US" sz="3200">
              <a:latin typeface="Arial" panose="020B0604020202020204" pitchFamily="34" charset="0"/>
              <a:cs typeface="Arial" panose="020B0604020202020204" pitchFamily="34" charset="0"/>
            </a:rPr>
            <a:t>Direct</a:t>
          </a:r>
        </a:p>
      </dgm:t>
    </dgm:pt>
    <dgm:pt modelId="{ACB16A29-6BAD-47DE-8590-982BF414DB83}" type="parTrans" cxnId="{48380811-4078-4DDC-866A-13998F4129D3}">
      <dgm:prSet/>
      <dgm:spPr/>
      <dgm:t>
        <a:bodyPr/>
        <a:lstStyle/>
        <a:p>
          <a:endParaRPr lang="en-US"/>
        </a:p>
      </dgm:t>
    </dgm:pt>
    <dgm:pt modelId="{DF18C086-37A4-464C-B9A4-C356E9956DE7}" type="sibTrans" cxnId="{48380811-4078-4DDC-866A-13998F4129D3}">
      <dgm:prSet/>
      <dgm:spPr/>
      <dgm:t>
        <a:bodyPr/>
        <a:lstStyle/>
        <a:p>
          <a:endParaRPr lang="en-US"/>
        </a:p>
      </dgm:t>
    </dgm:pt>
    <dgm:pt modelId="{B633BF30-06E3-4CA2-A10E-A41013D62203}" type="pres">
      <dgm:prSet presAssocID="{17A0E161-612B-4FD4-AEEE-76AC55F80300}" presName="vert0" presStyleCnt="0">
        <dgm:presLayoutVars>
          <dgm:dir/>
          <dgm:animOne val="branch"/>
          <dgm:animLvl val="lvl"/>
        </dgm:presLayoutVars>
      </dgm:prSet>
      <dgm:spPr/>
    </dgm:pt>
    <dgm:pt modelId="{E951F39A-7BF6-455C-A86C-CC14F15516BC}" type="pres">
      <dgm:prSet presAssocID="{7EB57AAB-D4FE-43D7-BE13-3D93A1B60E6B}" presName="thickLine" presStyleLbl="alignNode1" presStyleIdx="0" presStyleCnt="10"/>
      <dgm:spPr/>
    </dgm:pt>
    <dgm:pt modelId="{B6550781-6DAD-4E96-BDAB-71D66C5CBEEB}" type="pres">
      <dgm:prSet presAssocID="{7EB57AAB-D4FE-43D7-BE13-3D93A1B60E6B}" presName="horz1" presStyleCnt="0"/>
      <dgm:spPr/>
    </dgm:pt>
    <dgm:pt modelId="{D624F530-97BE-46B9-A7A3-F562404F514E}" type="pres">
      <dgm:prSet presAssocID="{7EB57AAB-D4FE-43D7-BE13-3D93A1B60E6B}" presName="tx1" presStyleLbl="revTx" presStyleIdx="0" presStyleCnt="10" custScaleY="235337"/>
      <dgm:spPr/>
    </dgm:pt>
    <dgm:pt modelId="{30DADD1D-63DD-4E50-B8F8-DE1744B8529A}" type="pres">
      <dgm:prSet presAssocID="{7EB57AAB-D4FE-43D7-BE13-3D93A1B60E6B}" presName="vert1" presStyleCnt="0"/>
      <dgm:spPr/>
    </dgm:pt>
    <dgm:pt modelId="{280BFFDF-78F8-4301-89BC-9D3DEC8CDF86}" type="pres">
      <dgm:prSet presAssocID="{555157C1-A0AA-433F-8724-00F7A835C34A}" presName="thickLine" presStyleLbl="alignNode1" presStyleIdx="1" presStyleCnt="10"/>
      <dgm:spPr/>
    </dgm:pt>
    <dgm:pt modelId="{2DCDDAAF-6888-41FF-A068-F5626AF163AF}" type="pres">
      <dgm:prSet presAssocID="{555157C1-A0AA-433F-8724-00F7A835C34A}" presName="horz1" presStyleCnt="0"/>
      <dgm:spPr/>
    </dgm:pt>
    <dgm:pt modelId="{FF25C143-6166-4942-ACDD-975E19C4A478}" type="pres">
      <dgm:prSet presAssocID="{555157C1-A0AA-433F-8724-00F7A835C34A}" presName="tx1" presStyleLbl="revTx" presStyleIdx="1" presStyleCnt="10"/>
      <dgm:spPr/>
    </dgm:pt>
    <dgm:pt modelId="{6EDD568C-660A-4F78-A190-AD1CB1538127}" type="pres">
      <dgm:prSet presAssocID="{555157C1-A0AA-433F-8724-00F7A835C34A}" presName="vert1" presStyleCnt="0"/>
      <dgm:spPr/>
    </dgm:pt>
    <dgm:pt modelId="{304D8DD8-20F6-44F7-B56A-E3C962FC150F}" type="pres">
      <dgm:prSet presAssocID="{3ACB1924-BB22-4F7B-8432-34B1CEB1B522}" presName="thickLine" presStyleLbl="alignNode1" presStyleIdx="2" presStyleCnt="10"/>
      <dgm:spPr/>
    </dgm:pt>
    <dgm:pt modelId="{4D9F0145-40A8-4767-A843-958151E3E3C2}" type="pres">
      <dgm:prSet presAssocID="{3ACB1924-BB22-4F7B-8432-34B1CEB1B522}" presName="horz1" presStyleCnt="0"/>
      <dgm:spPr/>
    </dgm:pt>
    <dgm:pt modelId="{7DF79E1B-4685-4668-B9D7-BAA2327EB894}" type="pres">
      <dgm:prSet presAssocID="{3ACB1924-BB22-4F7B-8432-34B1CEB1B522}" presName="tx1" presStyleLbl="revTx" presStyleIdx="2" presStyleCnt="10"/>
      <dgm:spPr/>
    </dgm:pt>
    <dgm:pt modelId="{3D40ECF7-6820-49E4-B785-38CB2D50845E}" type="pres">
      <dgm:prSet presAssocID="{3ACB1924-BB22-4F7B-8432-34B1CEB1B522}" presName="vert1" presStyleCnt="0"/>
      <dgm:spPr/>
    </dgm:pt>
    <dgm:pt modelId="{0951B998-A6B4-4DDF-B6E8-E1223F3F42E2}" type="pres">
      <dgm:prSet presAssocID="{806491E7-AA25-4A03-AF67-1010D1BFB858}" presName="thickLine" presStyleLbl="alignNode1" presStyleIdx="3" presStyleCnt="10"/>
      <dgm:spPr/>
    </dgm:pt>
    <dgm:pt modelId="{F5529830-5106-45C6-80B1-26F8C8B3DDA9}" type="pres">
      <dgm:prSet presAssocID="{806491E7-AA25-4A03-AF67-1010D1BFB858}" presName="horz1" presStyleCnt="0"/>
      <dgm:spPr/>
    </dgm:pt>
    <dgm:pt modelId="{870E52E0-3858-4CC3-B724-B610E289CD63}" type="pres">
      <dgm:prSet presAssocID="{806491E7-AA25-4A03-AF67-1010D1BFB858}" presName="tx1" presStyleLbl="revTx" presStyleIdx="3" presStyleCnt="10"/>
      <dgm:spPr/>
    </dgm:pt>
    <dgm:pt modelId="{CE98566E-413C-4730-BEE3-3A720FC7E35E}" type="pres">
      <dgm:prSet presAssocID="{806491E7-AA25-4A03-AF67-1010D1BFB858}" presName="vert1" presStyleCnt="0"/>
      <dgm:spPr/>
    </dgm:pt>
    <dgm:pt modelId="{79091015-8AFD-4BA3-B67A-706DBF04702A}" type="pres">
      <dgm:prSet presAssocID="{9ECC8363-80AD-46A1-8734-BC46DCF8CAD8}" presName="thickLine" presStyleLbl="alignNode1" presStyleIdx="4" presStyleCnt="10"/>
      <dgm:spPr/>
    </dgm:pt>
    <dgm:pt modelId="{05C18BF0-D8AA-4B27-9780-D96C94A8E072}" type="pres">
      <dgm:prSet presAssocID="{9ECC8363-80AD-46A1-8734-BC46DCF8CAD8}" presName="horz1" presStyleCnt="0"/>
      <dgm:spPr/>
    </dgm:pt>
    <dgm:pt modelId="{FBAC95F2-F573-4C79-978A-44A3CE5B4D22}" type="pres">
      <dgm:prSet presAssocID="{9ECC8363-80AD-46A1-8734-BC46DCF8CAD8}" presName="tx1" presStyleLbl="revTx" presStyleIdx="4" presStyleCnt="10"/>
      <dgm:spPr/>
    </dgm:pt>
    <dgm:pt modelId="{33E22E15-5565-4592-9D3E-85A48EE523E7}" type="pres">
      <dgm:prSet presAssocID="{9ECC8363-80AD-46A1-8734-BC46DCF8CAD8}" presName="vert1" presStyleCnt="0"/>
      <dgm:spPr/>
    </dgm:pt>
    <dgm:pt modelId="{437B009E-C262-4A62-98B0-65B2A470447C}" type="pres">
      <dgm:prSet presAssocID="{114F6E77-F320-42C5-A1E6-B0F29F917229}" presName="thickLine" presStyleLbl="alignNode1" presStyleIdx="5" presStyleCnt="10"/>
      <dgm:spPr/>
    </dgm:pt>
    <dgm:pt modelId="{7A992EC7-1F69-41A9-A123-28951CCE328E}" type="pres">
      <dgm:prSet presAssocID="{114F6E77-F320-42C5-A1E6-B0F29F917229}" presName="horz1" presStyleCnt="0"/>
      <dgm:spPr/>
    </dgm:pt>
    <dgm:pt modelId="{B04E4A3A-2B61-402F-87E0-4FC02326AAE3}" type="pres">
      <dgm:prSet presAssocID="{114F6E77-F320-42C5-A1E6-B0F29F917229}" presName="tx1" presStyleLbl="revTx" presStyleIdx="5" presStyleCnt="10"/>
      <dgm:spPr/>
    </dgm:pt>
    <dgm:pt modelId="{11369AF1-D9AE-4EA5-A59E-3704034C5FDC}" type="pres">
      <dgm:prSet presAssocID="{114F6E77-F320-42C5-A1E6-B0F29F917229}" presName="vert1" presStyleCnt="0"/>
      <dgm:spPr/>
    </dgm:pt>
    <dgm:pt modelId="{A8F4CA1A-B00F-4123-8F3F-A9FF9A2967AA}" type="pres">
      <dgm:prSet presAssocID="{CF7A02D7-4048-4F2C-A5B1-ECF6AA04F18A}" presName="thickLine" presStyleLbl="alignNode1" presStyleIdx="6" presStyleCnt="10"/>
      <dgm:spPr/>
    </dgm:pt>
    <dgm:pt modelId="{61840FEC-C0F2-4DB7-8AE5-5AD7EC70C441}" type="pres">
      <dgm:prSet presAssocID="{CF7A02D7-4048-4F2C-A5B1-ECF6AA04F18A}" presName="horz1" presStyleCnt="0"/>
      <dgm:spPr/>
    </dgm:pt>
    <dgm:pt modelId="{972F2C57-192E-4394-82CD-DD791341EACB}" type="pres">
      <dgm:prSet presAssocID="{CF7A02D7-4048-4F2C-A5B1-ECF6AA04F18A}" presName="tx1" presStyleLbl="revTx" presStyleIdx="6" presStyleCnt="10"/>
      <dgm:spPr/>
    </dgm:pt>
    <dgm:pt modelId="{23AB3E17-5AE6-4937-9E03-E13CCA339F42}" type="pres">
      <dgm:prSet presAssocID="{CF7A02D7-4048-4F2C-A5B1-ECF6AA04F18A}" presName="vert1" presStyleCnt="0"/>
      <dgm:spPr/>
    </dgm:pt>
    <dgm:pt modelId="{EC097495-C415-4D18-BA77-D0A17EDCC9D2}" type="pres">
      <dgm:prSet presAssocID="{079F230F-C57E-49A3-90DE-0536CFD45863}" presName="thickLine" presStyleLbl="alignNode1" presStyleIdx="7" presStyleCnt="10"/>
      <dgm:spPr/>
    </dgm:pt>
    <dgm:pt modelId="{A0C457E4-9DE7-4D2E-8B8A-82BEF10730D5}" type="pres">
      <dgm:prSet presAssocID="{079F230F-C57E-49A3-90DE-0536CFD45863}" presName="horz1" presStyleCnt="0"/>
      <dgm:spPr/>
    </dgm:pt>
    <dgm:pt modelId="{87494664-5072-46C7-BC13-187B80D8F492}" type="pres">
      <dgm:prSet presAssocID="{079F230F-C57E-49A3-90DE-0536CFD45863}" presName="tx1" presStyleLbl="revTx" presStyleIdx="7" presStyleCnt="10"/>
      <dgm:spPr/>
    </dgm:pt>
    <dgm:pt modelId="{CB29D019-904F-4670-A339-DC85491FA455}" type="pres">
      <dgm:prSet presAssocID="{079F230F-C57E-49A3-90DE-0536CFD45863}" presName="vert1" presStyleCnt="0"/>
      <dgm:spPr/>
    </dgm:pt>
    <dgm:pt modelId="{74A6ACB8-AC48-4123-9BA6-FC1DF45B6889}" type="pres">
      <dgm:prSet presAssocID="{B8D51E15-C595-4D7E-8341-ED0224B456EC}" presName="thickLine" presStyleLbl="alignNode1" presStyleIdx="8" presStyleCnt="10"/>
      <dgm:spPr/>
    </dgm:pt>
    <dgm:pt modelId="{8798EECB-C279-4F45-85B8-A51005469462}" type="pres">
      <dgm:prSet presAssocID="{B8D51E15-C595-4D7E-8341-ED0224B456EC}" presName="horz1" presStyleCnt="0"/>
      <dgm:spPr/>
    </dgm:pt>
    <dgm:pt modelId="{C32AD4D9-9F1E-4FD5-A523-4CF6F59A8E29}" type="pres">
      <dgm:prSet presAssocID="{B8D51E15-C595-4D7E-8341-ED0224B456EC}" presName="tx1" presStyleLbl="revTx" presStyleIdx="8" presStyleCnt="10"/>
      <dgm:spPr/>
    </dgm:pt>
    <dgm:pt modelId="{73E9785E-60A8-4434-90BA-14DE652FE9F0}" type="pres">
      <dgm:prSet presAssocID="{B8D51E15-C595-4D7E-8341-ED0224B456EC}" presName="vert1" presStyleCnt="0"/>
      <dgm:spPr/>
    </dgm:pt>
    <dgm:pt modelId="{71B512E5-D15B-4684-80F9-68729ADBDEFD}" type="pres">
      <dgm:prSet presAssocID="{2B14ED29-C1BB-48C4-96F2-96F6C521849A}" presName="thickLine" presStyleLbl="alignNode1" presStyleIdx="9" presStyleCnt="10"/>
      <dgm:spPr/>
    </dgm:pt>
    <dgm:pt modelId="{ED91052D-5FBF-4962-A155-A082E55525CA}" type="pres">
      <dgm:prSet presAssocID="{2B14ED29-C1BB-48C4-96F2-96F6C521849A}" presName="horz1" presStyleCnt="0"/>
      <dgm:spPr/>
    </dgm:pt>
    <dgm:pt modelId="{A0C7BA16-3D9D-45DA-A0A8-B40A5FD090FB}" type="pres">
      <dgm:prSet presAssocID="{2B14ED29-C1BB-48C4-96F2-96F6C521849A}" presName="tx1" presStyleLbl="revTx" presStyleIdx="9" presStyleCnt="10"/>
      <dgm:spPr/>
    </dgm:pt>
    <dgm:pt modelId="{37DBC75F-DEDA-47BD-A108-2CF48A3A9AD2}" type="pres">
      <dgm:prSet presAssocID="{2B14ED29-C1BB-48C4-96F2-96F6C521849A}" presName="vert1" presStyleCnt="0"/>
      <dgm:spPr/>
    </dgm:pt>
  </dgm:ptLst>
  <dgm:cxnLst>
    <dgm:cxn modelId="{48380811-4078-4DDC-866A-13998F4129D3}" srcId="{17A0E161-612B-4FD4-AEEE-76AC55F80300}" destId="{2B14ED29-C1BB-48C4-96F2-96F6C521849A}" srcOrd="9" destOrd="0" parTransId="{ACB16A29-6BAD-47DE-8590-982BF414DB83}" sibTransId="{DF18C086-37A4-464C-B9A4-C356E9956DE7}"/>
    <dgm:cxn modelId="{581A1E18-0BA9-4117-A5C8-AF43EF446378}" srcId="{17A0E161-612B-4FD4-AEEE-76AC55F80300}" destId="{7EB57AAB-D4FE-43D7-BE13-3D93A1B60E6B}" srcOrd="0" destOrd="0" parTransId="{0A42B5D9-87DC-4247-818F-1CD792DDB377}" sibTransId="{62E4E202-0386-4E1D-B96A-63B63238CD07}"/>
    <dgm:cxn modelId="{737CFC1A-0645-424F-B78E-80B2C31A3FCF}" type="presOf" srcId="{114F6E77-F320-42C5-A1E6-B0F29F917229}" destId="{B04E4A3A-2B61-402F-87E0-4FC02326AAE3}" srcOrd="0" destOrd="0" presId="urn:microsoft.com/office/officeart/2008/layout/LinedList"/>
    <dgm:cxn modelId="{8B07C321-6379-4337-876A-92DDD3F742A2}" type="presOf" srcId="{806491E7-AA25-4A03-AF67-1010D1BFB858}" destId="{870E52E0-3858-4CC3-B724-B610E289CD63}" srcOrd="0" destOrd="0" presId="urn:microsoft.com/office/officeart/2008/layout/LinedList"/>
    <dgm:cxn modelId="{8C926C22-B021-42CA-9EF9-8E7FB265A181}" type="presOf" srcId="{7EB57AAB-D4FE-43D7-BE13-3D93A1B60E6B}" destId="{D624F530-97BE-46B9-A7A3-F562404F514E}" srcOrd="0" destOrd="0" presId="urn:microsoft.com/office/officeart/2008/layout/LinedList"/>
    <dgm:cxn modelId="{3695C62B-7414-4CBD-8803-C341B8DEE4E7}" srcId="{17A0E161-612B-4FD4-AEEE-76AC55F80300}" destId="{CF7A02D7-4048-4F2C-A5B1-ECF6AA04F18A}" srcOrd="6" destOrd="0" parTransId="{CA2A2E16-4DCA-421F-B69B-B880EE6B6FC0}" sibTransId="{27B6061E-0B49-4A29-97E0-5471ABDA0C46}"/>
    <dgm:cxn modelId="{C9CBF730-2953-465D-87F6-76EB7C53AD65}" type="presOf" srcId="{CF7A02D7-4048-4F2C-A5B1-ECF6AA04F18A}" destId="{972F2C57-192E-4394-82CD-DD791341EACB}" srcOrd="0" destOrd="0" presId="urn:microsoft.com/office/officeart/2008/layout/LinedList"/>
    <dgm:cxn modelId="{E1ADD65E-23F4-4785-AC2B-2A0584FAFCF5}" type="presOf" srcId="{3ACB1924-BB22-4F7B-8432-34B1CEB1B522}" destId="{7DF79E1B-4685-4668-B9D7-BAA2327EB894}" srcOrd="0" destOrd="0" presId="urn:microsoft.com/office/officeart/2008/layout/LinedList"/>
    <dgm:cxn modelId="{FBA06D60-30D6-4FC7-BE76-3D8696C9A972}" srcId="{17A0E161-612B-4FD4-AEEE-76AC55F80300}" destId="{B8D51E15-C595-4D7E-8341-ED0224B456EC}" srcOrd="8" destOrd="0" parTransId="{3BB626C7-3CD4-4C40-834C-DA82A60DD9EF}" sibTransId="{3E8993EC-1D1B-4548-81C8-FDE90BD2AF28}"/>
    <dgm:cxn modelId="{40B00542-8D61-4B6E-B6DE-59F65607BA91}" type="presOf" srcId="{9ECC8363-80AD-46A1-8734-BC46DCF8CAD8}" destId="{FBAC95F2-F573-4C79-978A-44A3CE5B4D22}" srcOrd="0" destOrd="0" presId="urn:microsoft.com/office/officeart/2008/layout/LinedList"/>
    <dgm:cxn modelId="{BCC72F95-55ED-4FE8-8E68-5946F294FBB3}" srcId="{17A0E161-612B-4FD4-AEEE-76AC55F80300}" destId="{079F230F-C57E-49A3-90DE-0536CFD45863}" srcOrd="7" destOrd="0" parTransId="{E356D67E-D23E-4E52-B9CE-9C5E19385DD2}" sibTransId="{20B6D592-4DCD-4C92-9CB1-1C39575358F8}"/>
    <dgm:cxn modelId="{DE3B929D-CD94-4F00-970F-A4334F95255E}" type="presOf" srcId="{B8D51E15-C595-4D7E-8341-ED0224B456EC}" destId="{C32AD4D9-9F1E-4FD5-A523-4CF6F59A8E29}" srcOrd="0" destOrd="0" presId="urn:microsoft.com/office/officeart/2008/layout/LinedList"/>
    <dgm:cxn modelId="{F49E38A0-5B8D-4192-B30B-95622E70F616}" srcId="{17A0E161-612B-4FD4-AEEE-76AC55F80300}" destId="{9ECC8363-80AD-46A1-8734-BC46DCF8CAD8}" srcOrd="4" destOrd="0" parTransId="{DAA30351-B443-4339-A4F8-080A522A8854}" sibTransId="{AE030EE4-C7DB-46A7-A57F-5DE4D1604D50}"/>
    <dgm:cxn modelId="{EBB0F8AE-28B3-41F5-88C5-BA0BB686DC22}" type="presOf" srcId="{555157C1-A0AA-433F-8724-00F7A835C34A}" destId="{FF25C143-6166-4942-ACDD-975E19C4A478}" srcOrd="0" destOrd="0" presId="urn:microsoft.com/office/officeart/2008/layout/LinedList"/>
    <dgm:cxn modelId="{3B81E1AF-63FB-4939-B1EC-E08C6C81419D}" srcId="{17A0E161-612B-4FD4-AEEE-76AC55F80300}" destId="{555157C1-A0AA-433F-8724-00F7A835C34A}" srcOrd="1" destOrd="0" parTransId="{0DF3F6FD-E7E5-4265-972E-0B52FE85E1E8}" sibTransId="{EAC55F94-2C94-4310-BF9C-4050ED7B69CA}"/>
    <dgm:cxn modelId="{2018E0B4-12DA-424F-B136-7E1FFE87C8E4}" srcId="{17A0E161-612B-4FD4-AEEE-76AC55F80300}" destId="{806491E7-AA25-4A03-AF67-1010D1BFB858}" srcOrd="3" destOrd="0" parTransId="{29FD28EB-866C-4FA4-B2AA-61DC2E50DE7C}" sibTransId="{1CC0B9EA-E7AE-46F2-83B3-215B1CFF2B8A}"/>
    <dgm:cxn modelId="{BD3A86C6-399E-48FB-9030-79FE69AAAFF8}" type="presOf" srcId="{2B14ED29-C1BB-48C4-96F2-96F6C521849A}" destId="{A0C7BA16-3D9D-45DA-A0A8-B40A5FD090FB}" srcOrd="0" destOrd="0" presId="urn:microsoft.com/office/officeart/2008/layout/LinedList"/>
    <dgm:cxn modelId="{84D675D7-DB55-42C9-9705-745344141854}" type="presOf" srcId="{17A0E161-612B-4FD4-AEEE-76AC55F80300}" destId="{B633BF30-06E3-4CA2-A10E-A41013D62203}" srcOrd="0" destOrd="0" presId="urn:microsoft.com/office/officeart/2008/layout/LinedList"/>
    <dgm:cxn modelId="{BB2513DB-ACA6-4885-911F-29B5A0FAC552}" srcId="{17A0E161-612B-4FD4-AEEE-76AC55F80300}" destId="{3ACB1924-BB22-4F7B-8432-34B1CEB1B522}" srcOrd="2" destOrd="0" parTransId="{8F85FA0B-19A3-4C66-B996-512322B2C429}" sibTransId="{101634D0-7002-41B9-A726-EFA4A9E81D47}"/>
    <dgm:cxn modelId="{EA5754E9-8D45-428A-9E77-60216DA0E9E1}" srcId="{17A0E161-612B-4FD4-AEEE-76AC55F80300}" destId="{114F6E77-F320-42C5-A1E6-B0F29F917229}" srcOrd="5" destOrd="0" parTransId="{A88E17C2-D73A-4C99-87D6-22D087B7BE9C}" sibTransId="{26C21207-2770-4AB4-ACDF-E3B1125BE567}"/>
    <dgm:cxn modelId="{C25C67F9-F9AD-444F-ADC5-483006432CA9}" type="presOf" srcId="{079F230F-C57E-49A3-90DE-0536CFD45863}" destId="{87494664-5072-46C7-BC13-187B80D8F492}" srcOrd="0" destOrd="0" presId="urn:microsoft.com/office/officeart/2008/layout/LinedList"/>
    <dgm:cxn modelId="{B750095C-9B7C-4FCB-A9F8-F67C8902365C}" type="presParOf" srcId="{B633BF30-06E3-4CA2-A10E-A41013D62203}" destId="{E951F39A-7BF6-455C-A86C-CC14F15516BC}" srcOrd="0" destOrd="0" presId="urn:microsoft.com/office/officeart/2008/layout/LinedList"/>
    <dgm:cxn modelId="{BE0B0CD8-6117-4366-876D-EC0352C76012}" type="presParOf" srcId="{B633BF30-06E3-4CA2-A10E-A41013D62203}" destId="{B6550781-6DAD-4E96-BDAB-71D66C5CBEEB}" srcOrd="1" destOrd="0" presId="urn:microsoft.com/office/officeart/2008/layout/LinedList"/>
    <dgm:cxn modelId="{0CE6A6C6-8C07-4BAB-AEAF-6B6045596E3B}" type="presParOf" srcId="{B6550781-6DAD-4E96-BDAB-71D66C5CBEEB}" destId="{D624F530-97BE-46B9-A7A3-F562404F514E}" srcOrd="0" destOrd="0" presId="urn:microsoft.com/office/officeart/2008/layout/LinedList"/>
    <dgm:cxn modelId="{9FA5E173-30F3-4765-8065-AAC5C26DB45F}" type="presParOf" srcId="{B6550781-6DAD-4E96-BDAB-71D66C5CBEEB}" destId="{30DADD1D-63DD-4E50-B8F8-DE1744B8529A}" srcOrd="1" destOrd="0" presId="urn:microsoft.com/office/officeart/2008/layout/LinedList"/>
    <dgm:cxn modelId="{AF9C5B1C-A50E-445A-89DC-1F8D7CEC9BC8}" type="presParOf" srcId="{B633BF30-06E3-4CA2-A10E-A41013D62203}" destId="{280BFFDF-78F8-4301-89BC-9D3DEC8CDF86}" srcOrd="2" destOrd="0" presId="urn:microsoft.com/office/officeart/2008/layout/LinedList"/>
    <dgm:cxn modelId="{326F3B5A-339A-4434-8B0C-83A4817C453F}" type="presParOf" srcId="{B633BF30-06E3-4CA2-A10E-A41013D62203}" destId="{2DCDDAAF-6888-41FF-A068-F5626AF163AF}" srcOrd="3" destOrd="0" presId="urn:microsoft.com/office/officeart/2008/layout/LinedList"/>
    <dgm:cxn modelId="{DF010705-1F78-4B1A-A115-0DBA17E873AE}" type="presParOf" srcId="{2DCDDAAF-6888-41FF-A068-F5626AF163AF}" destId="{FF25C143-6166-4942-ACDD-975E19C4A478}" srcOrd="0" destOrd="0" presId="urn:microsoft.com/office/officeart/2008/layout/LinedList"/>
    <dgm:cxn modelId="{7841C2E4-0E31-4FBE-860A-33CE4E1F3CAD}" type="presParOf" srcId="{2DCDDAAF-6888-41FF-A068-F5626AF163AF}" destId="{6EDD568C-660A-4F78-A190-AD1CB1538127}" srcOrd="1" destOrd="0" presId="urn:microsoft.com/office/officeart/2008/layout/LinedList"/>
    <dgm:cxn modelId="{605DF982-6183-4022-998A-7BA6CFBCFBFD}" type="presParOf" srcId="{B633BF30-06E3-4CA2-A10E-A41013D62203}" destId="{304D8DD8-20F6-44F7-B56A-E3C962FC150F}" srcOrd="4" destOrd="0" presId="urn:microsoft.com/office/officeart/2008/layout/LinedList"/>
    <dgm:cxn modelId="{09F4158F-4ED9-4A1D-94C7-62CF9EEA17B2}" type="presParOf" srcId="{B633BF30-06E3-4CA2-A10E-A41013D62203}" destId="{4D9F0145-40A8-4767-A843-958151E3E3C2}" srcOrd="5" destOrd="0" presId="urn:microsoft.com/office/officeart/2008/layout/LinedList"/>
    <dgm:cxn modelId="{CE543744-9503-4621-BF1A-53E19079AF3A}" type="presParOf" srcId="{4D9F0145-40A8-4767-A843-958151E3E3C2}" destId="{7DF79E1B-4685-4668-B9D7-BAA2327EB894}" srcOrd="0" destOrd="0" presId="urn:microsoft.com/office/officeart/2008/layout/LinedList"/>
    <dgm:cxn modelId="{475C91CB-B3C4-4FAF-B56E-794CE4B048A2}" type="presParOf" srcId="{4D9F0145-40A8-4767-A843-958151E3E3C2}" destId="{3D40ECF7-6820-49E4-B785-38CB2D50845E}" srcOrd="1" destOrd="0" presId="urn:microsoft.com/office/officeart/2008/layout/LinedList"/>
    <dgm:cxn modelId="{84A32A24-8D99-4946-8A32-E8109D1EE8A5}" type="presParOf" srcId="{B633BF30-06E3-4CA2-A10E-A41013D62203}" destId="{0951B998-A6B4-4DDF-B6E8-E1223F3F42E2}" srcOrd="6" destOrd="0" presId="urn:microsoft.com/office/officeart/2008/layout/LinedList"/>
    <dgm:cxn modelId="{4D379F07-E9A0-413A-AA7E-9C5DA2104E2B}" type="presParOf" srcId="{B633BF30-06E3-4CA2-A10E-A41013D62203}" destId="{F5529830-5106-45C6-80B1-26F8C8B3DDA9}" srcOrd="7" destOrd="0" presId="urn:microsoft.com/office/officeart/2008/layout/LinedList"/>
    <dgm:cxn modelId="{830D2313-C2A8-43C6-9428-A91A65EC9CB4}" type="presParOf" srcId="{F5529830-5106-45C6-80B1-26F8C8B3DDA9}" destId="{870E52E0-3858-4CC3-B724-B610E289CD63}" srcOrd="0" destOrd="0" presId="urn:microsoft.com/office/officeart/2008/layout/LinedList"/>
    <dgm:cxn modelId="{D60472F2-C772-4227-865F-3AC69800CF1C}" type="presParOf" srcId="{F5529830-5106-45C6-80B1-26F8C8B3DDA9}" destId="{CE98566E-413C-4730-BEE3-3A720FC7E35E}" srcOrd="1" destOrd="0" presId="urn:microsoft.com/office/officeart/2008/layout/LinedList"/>
    <dgm:cxn modelId="{21759661-2D25-4F46-A06E-8B866751671A}" type="presParOf" srcId="{B633BF30-06E3-4CA2-A10E-A41013D62203}" destId="{79091015-8AFD-4BA3-B67A-706DBF04702A}" srcOrd="8" destOrd="0" presId="urn:microsoft.com/office/officeart/2008/layout/LinedList"/>
    <dgm:cxn modelId="{A8260B63-094D-4061-B285-1A7D737A13F6}" type="presParOf" srcId="{B633BF30-06E3-4CA2-A10E-A41013D62203}" destId="{05C18BF0-D8AA-4B27-9780-D96C94A8E072}" srcOrd="9" destOrd="0" presId="urn:microsoft.com/office/officeart/2008/layout/LinedList"/>
    <dgm:cxn modelId="{40589CA6-228D-4DD8-B827-06ADA8A3FD72}" type="presParOf" srcId="{05C18BF0-D8AA-4B27-9780-D96C94A8E072}" destId="{FBAC95F2-F573-4C79-978A-44A3CE5B4D22}" srcOrd="0" destOrd="0" presId="urn:microsoft.com/office/officeart/2008/layout/LinedList"/>
    <dgm:cxn modelId="{7B29F3A2-E924-4F69-A561-C28C53F2A980}" type="presParOf" srcId="{05C18BF0-D8AA-4B27-9780-D96C94A8E072}" destId="{33E22E15-5565-4592-9D3E-85A48EE523E7}" srcOrd="1" destOrd="0" presId="urn:microsoft.com/office/officeart/2008/layout/LinedList"/>
    <dgm:cxn modelId="{539D850C-BC09-4E82-AAE8-09EAD279C260}" type="presParOf" srcId="{B633BF30-06E3-4CA2-A10E-A41013D62203}" destId="{437B009E-C262-4A62-98B0-65B2A470447C}" srcOrd="10" destOrd="0" presId="urn:microsoft.com/office/officeart/2008/layout/LinedList"/>
    <dgm:cxn modelId="{CB2C540A-532C-48AD-9B41-E69B34F1CF0B}" type="presParOf" srcId="{B633BF30-06E3-4CA2-A10E-A41013D62203}" destId="{7A992EC7-1F69-41A9-A123-28951CCE328E}" srcOrd="11" destOrd="0" presId="urn:microsoft.com/office/officeart/2008/layout/LinedList"/>
    <dgm:cxn modelId="{3F7A3C82-5537-4131-870D-F919FBF7EC56}" type="presParOf" srcId="{7A992EC7-1F69-41A9-A123-28951CCE328E}" destId="{B04E4A3A-2B61-402F-87E0-4FC02326AAE3}" srcOrd="0" destOrd="0" presId="urn:microsoft.com/office/officeart/2008/layout/LinedList"/>
    <dgm:cxn modelId="{9F3BB6AE-55D2-4275-9EDE-29F206585ED0}" type="presParOf" srcId="{7A992EC7-1F69-41A9-A123-28951CCE328E}" destId="{11369AF1-D9AE-4EA5-A59E-3704034C5FDC}" srcOrd="1" destOrd="0" presId="urn:microsoft.com/office/officeart/2008/layout/LinedList"/>
    <dgm:cxn modelId="{4D9598DD-9589-4193-87B5-957C5C879D3B}" type="presParOf" srcId="{B633BF30-06E3-4CA2-A10E-A41013D62203}" destId="{A8F4CA1A-B00F-4123-8F3F-A9FF9A2967AA}" srcOrd="12" destOrd="0" presId="urn:microsoft.com/office/officeart/2008/layout/LinedList"/>
    <dgm:cxn modelId="{CDE659E7-84D9-4944-A9DF-581922017368}" type="presParOf" srcId="{B633BF30-06E3-4CA2-A10E-A41013D62203}" destId="{61840FEC-C0F2-4DB7-8AE5-5AD7EC70C441}" srcOrd="13" destOrd="0" presId="urn:microsoft.com/office/officeart/2008/layout/LinedList"/>
    <dgm:cxn modelId="{46494F7A-5C0D-4D4A-A22D-0438D2928762}" type="presParOf" srcId="{61840FEC-C0F2-4DB7-8AE5-5AD7EC70C441}" destId="{972F2C57-192E-4394-82CD-DD791341EACB}" srcOrd="0" destOrd="0" presId="urn:microsoft.com/office/officeart/2008/layout/LinedList"/>
    <dgm:cxn modelId="{2A3D7285-C6A2-4349-9AE2-B95E76AEF0AF}" type="presParOf" srcId="{61840FEC-C0F2-4DB7-8AE5-5AD7EC70C441}" destId="{23AB3E17-5AE6-4937-9E03-E13CCA339F42}" srcOrd="1" destOrd="0" presId="urn:microsoft.com/office/officeart/2008/layout/LinedList"/>
    <dgm:cxn modelId="{93A63E4E-3634-437E-BE54-EC2A082A137B}" type="presParOf" srcId="{B633BF30-06E3-4CA2-A10E-A41013D62203}" destId="{EC097495-C415-4D18-BA77-D0A17EDCC9D2}" srcOrd="14" destOrd="0" presId="urn:microsoft.com/office/officeart/2008/layout/LinedList"/>
    <dgm:cxn modelId="{2FDDB4E2-19F7-465E-9A2B-56A16CD7E269}" type="presParOf" srcId="{B633BF30-06E3-4CA2-A10E-A41013D62203}" destId="{A0C457E4-9DE7-4D2E-8B8A-82BEF10730D5}" srcOrd="15" destOrd="0" presId="urn:microsoft.com/office/officeart/2008/layout/LinedList"/>
    <dgm:cxn modelId="{536F1B01-74E3-4D41-95FE-AB1275FB30CE}" type="presParOf" srcId="{A0C457E4-9DE7-4D2E-8B8A-82BEF10730D5}" destId="{87494664-5072-46C7-BC13-187B80D8F492}" srcOrd="0" destOrd="0" presId="urn:microsoft.com/office/officeart/2008/layout/LinedList"/>
    <dgm:cxn modelId="{080B0269-CD6E-42B4-9CB8-1E2853E3BE1A}" type="presParOf" srcId="{A0C457E4-9DE7-4D2E-8B8A-82BEF10730D5}" destId="{CB29D019-904F-4670-A339-DC85491FA455}" srcOrd="1" destOrd="0" presId="urn:microsoft.com/office/officeart/2008/layout/LinedList"/>
    <dgm:cxn modelId="{6E1C625B-5262-4530-A0BF-EC529D24668B}" type="presParOf" srcId="{B633BF30-06E3-4CA2-A10E-A41013D62203}" destId="{74A6ACB8-AC48-4123-9BA6-FC1DF45B6889}" srcOrd="16" destOrd="0" presId="urn:microsoft.com/office/officeart/2008/layout/LinedList"/>
    <dgm:cxn modelId="{CD56AF9F-F9E4-46B6-9CFB-797B1DDB9014}" type="presParOf" srcId="{B633BF30-06E3-4CA2-A10E-A41013D62203}" destId="{8798EECB-C279-4F45-85B8-A51005469462}" srcOrd="17" destOrd="0" presId="urn:microsoft.com/office/officeart/2008/layout/LinedList"/>
    <dgm:cxn modelId="{C57C523D-9993-420D-BFF7-8C5EABDE194A}" type="presParOf" srcId="{8798EECB-C279-4F45-85B8-A51005469462}" destId="{C32AD4D9-9F1E-4FD5-A523-4CF6F59A8E29}" srcOrd="0" destOrd="0" presId="urn:microsoft.com/office/officeart/2008/layout/LinedList"/>
    <dgm:cxn modelId="{54E15CF5-9B5D-4AA2-8F46-4B03872AFB6A}" type="presParOf" srcId="{8798EECB-C279-4F45-85B8-A51005469462}" destId="{73E9785E-60A8-4434-90BA-14DE652FE9F0}" srcOrd="1" destOrd="0" presId="urn:microsoft.com/office/officeart/2008/layout/LinedList"/>
    <dgm:cxn modelId="{0F279EB6-7204-4E30-81E3-96199A703CD8}" type="presParOf" srcId="{B633BF30-06E3-4CA2-A10E-A41013D62203}" destId="{71B512E5-D15B-4684-80F9-68729ADBDEFD}" srcOrd="18" destOrd="0" presId="urn:microsoft.com/office/officeart/2008/layout/LinedList"/>
    <dgm:cxn modelId="{71B25C1C-7D37-4D1B-9692-A25FC59CF96B}" type="presParOf" srcId="{B633BF30-06E3-4CA2-A10E-A41013D62203}" destId="{ED91052D-5FBF-4962-A155-A082E55525CA}" srcOrd="19" destOrd="0" presId="urn:microsoft.com/office/officeart/2008/layout/LinedList"/>
    <dgm:cxn modelId="{DDF24EA5-1B92-41B9-9185-F9059FB09460}" type="presParOf" srcId="{ED91052D-5FBF-4962-A155-A082E55525CA}" destId="{A0C7BA16-3D9D-45DA-A0A8-B40A5FD090FB}" srcOrd="0" destOrd="0" presId="urn:microsoft.com/office/officeart/2008/layout/LinedList"/>
    <dgm:cxn modelId="{51FE93C2-E436-4D17-BD74-60B690FF0A47}" type="presParOf" srcId="{ED91052D-5FBF-4962-A155-A082E55525CA}" destId="{37DBC75F-DEDA-47BD-A108-2CF48A3A9A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FAB0CD-1D38-481F-A730-8EE3076F3849}">
      <dsp:nvSpPr>
        <dsp:cNvPr id="0" name=""/>
        <dsp:cNvSpPr/>
      </dsp:nvSpPr>
      <dsp:spPr>
        <a:xfrm>
          <a:off x="0" y="87569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Q1 highest: Sarjapur – 1614 </a:t>
          </a:r>
          <a:r>
            <a:rPr lang="en-US" sz="2500" b="0" i="0" kern="1200" baseline="0" dirty="0" err="1"/>
            <a:t>ookings</a:t>
          </a:r>
          <a:endParaRPr lang="en-US" sz="2500" kern="1200" dirty="0"/>
        </a:p>
      </dsp:txBody>
      <dsp:txXfrm>
        <a:off x="48726" y="136295"/>
        <a:ext cx="6569381" cy="900704"/>
      </dsp:txXfrm>
    </dsp:sp>
    <dsp:sp modelId="{C1BFF739-6C15-46AC-BCD8-1C66373E7749}">
      <dsp:nvSpPr>
        <dsp:cNvPr id="0" name=""/>
        <dsp:cNvSpPr/>
      </dsp:nvSpPr>
      <dsp:spPr>
        <a:xfrm>
          <a:off x="0" y="1157725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Q2 highest: Jayanagar – 1646 (Highest overall)</a:t>
          </a:r>
          <a:endParaRPr lang="en-US" sz="2500" kern="1200" dirty="0"/>
        </a:p>
      </dsp:txBody>
      <dsp:txXfrm>
        <a:off x="48726" y="1206451"/>
        <a:ext cx="6569381" cy="900704"/>
      </dsp:txXfrm>
    </dsp:sp>
    <dsp:sp modelId="{8DE47BA3-0083-4143-84B2-22AD31E848D2}">
      <dsp:nvSpPr>
        <dsp:cNvPr id="0" name=""/>
        <dsp:cNvSpPr/>
      </dsp:nvSpPr>
      <dsp:spPr>
        <a:xfrm>
          <a:off x="0" y="2227881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Q3 highest: Bannerghatta Road – 1610</a:t>
          </a:r>
          <a:endParaRPr lang="en-US" sz="2500" kern="1200" dirty="0"/>
        </a:p>
      </dsp:txBody>
      <dsp:txXfrm>
        <a:off x="48726" y="2276607"/>
        <a:ext cx="6569381" cy="900704"/>
      </dsp:txXfrm>
    </dsp:sp>
    <dsp:sp modelId="{C33143BC-9303-4709-8514-7CE8B0C7F855}">
      <dsp:nvSpPr>
        <dsp:cNvPr id="0" name=""/>
        <dsp:cNvSpPr/>
      </dsp:nvSpPr>
      <dsp:spPr>
        <a:xfrm>
          <a:off x="0" y="3298038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Q4 highest: Indiranagar – 1616</a:t>
          </a:r>
          <a:endParaRPr lang="en-US" sz="2500" kern="1200"/>
        </a:p>
      </dsp:txBody>
      <dsp:txXfrm>
        <a:off x="48726" y="3346764"/>
        <a:ext cx="6569381" cy="900704"/>
      </dsp:txXfrm>
    </dsp:sp>
    <dsp:sp modelId="{049D43FA-2A31-4E40-8618-6C4C61C72C5C}">
      <dsp:nvSpPr>
        <dsp:cNvPr id="0" name=""/>
        <dsp:cNvSpPr/>
      </dsp:nvSpPr>
      <dsp:spPr>
        <a:xfrm>
          <a:off x="0" y="4368194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Whitefield stable across quarters (1582–1583 range)</a:t>
          </a:r>
          <a:endParaRPr lang="en-US" sz="2500" kern="1200"/>
        </a:p>
      </dsp:txBody>
      <dsp:txXfrm>
        <a:off x="48726" y="4416920"/>
        <a:ext cx="6569381" cy="900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26699-1ED1-4095-AEB9-AE8799734934}">
      <dsp:nvSpPr>
        <dsp:cNvPr id="0" name=""/>
        <dsp:cNvSpPr/>
      </dsp:nvSpPr>
      <dsp:spPr>
        <a:xfrm>
          <a:off x="0" y="0"/>
          <a:ext cx="6670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BB555-1291-4345-A241-CB89424D61E4}">
      <dsp:nvSpPr>
        <dsp:cNvPr id="0" name=""/>
        <dsp:cNvSpPr/>
      </dsp:nvSpPr>
      <dsp:spPr>
        <a:xfrm>
          <a:off x="0" y="0"/>
          <a:ext cx="6670176" cy="81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Revenue &amp; Luxury Leadership</a:t>
          </a:r>
          <a:endParaRPr lang="en-US" sz="3200" kern="1200" dirty="0">
            <a:solidFill>
              <a:schemeClr val="tx2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0"/>
        <a:ext cx="6670176" cy="811060"/>
      </dsp:txXfrm>
    </dsp:sp>
    <dsp:sp modelId="{4B0953A6-81DF-46FB-9008-F4C873937DC3}">
      <dsp:nvSpPr>
        <dsp:cNvPr id="0" name=""/>
        <dsp:cNvSpPr/>
      </dsp:nvSpPr>
      <dsp:spPr>
        <a:xfrm>
          <a:off x="0" y="811060"/>
          <a:ext cx="6670176" cy="0"/>
        </a:xfrm>
        <a:prstGeom prst="line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3AFDA-3A93-465F-8417-41CB8558F6B1}">
      <dsp:nvSpPr>
        <dsp:cNvPr id="0" name=""/>
        <dsp:cNvSpPr/>
      </dsp:nvSpPr>
      <dsp:spPr>
        <a:xfrm>
          <a:off x="0" y="811060"/>
          <a:ext cx="6670176" cy="81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0" kern="1200" dirty="0"/>
            <a:t> 🏅Top Revenue Builder: </a:t>
          </a:r>
          <a:r>
            <a:rPr lang="en-IN" sz="3200" b="0" kern="1200" dirty="0">
              <a:solidFill>
                <a:schemeClr val="accent5">
                  <a:lumMod val="75000"/>
                </a:schemeClr>
              </a:solidFill>
            </a:rPr>
            <a:t>PRESTIGE</a:t>
          </a:r>
          <a:endParaRPr lang="en-US" sz="3200" b="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0" y="811060"/>
        <a:ext cx="6670176" cy="811060"/>
      </dsp:txXfrm>
    </dsp:sp>
    <dsp:sp modelId="{8FCAE679-221A-4C37-82DD-1F8928ACC261}">
      <dsp:nvSpPr>
        <dsp:cNvPr id="0" name=""/>
        <dsp:cNvSpPr/>
      </dsp:nvSpPr>
      <dsp:spPr>
        <a:xfrm>
          <a:off x="0" y="1622120"/>
          <a:ext cx="6670176" cy="0"/>
        </a:xfrm>
        <a:prstGeom prst="lin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59343-9067-4383-882C-4F4B792D2858}">
      <dsp:nvSpPr>
        <dsp:cNvPr id="0" name=""/>
        <dsp:cNvSpPr/>
      </dsp:nvSpPr>
      <dsp:spPr>
        <a:xfrm>
          <a:off x="0" y="1622120"/>
          <a:ext cx="6670176" cy="81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 🏅</a:t>
          </a:r>
          <a:r>
            <a:rPr lang="en-IN" sz="3200" b="0" kern="1200" dirty="0"/>
            <a:t>2nd: TOTAL ENVIRONMENT</a:t>
          </a:r>
          <a:endParaRPr lang="en-US" sz="3200" b="0" kern="1200" dirty="0"/>
        </a:p>
      </dsp:txBody>
      <dsp:txXfrm>
        <a:off x="0" y="1622120"/>
        <a:ext cx="6670176" cy="811060"/>
      </dsp:txXfrm>
    </dsp:sp>
    <dsp:sp modelId="{B26C93DE-2868-4665-8606-AE659C6BFE15}">
      <dsp:nvSpPr>
        <dsp:cNvPr id="0" name=""/>
        <dsp:cNvSpPr/>
      </dsp:nvSpPr>
      <dsp:spPr>
        <a:xfrm>
          <a:off x="0" y="2433180"/>
          <a:ext cx="6670176" cy="0"/>
        </a:xfrm>
        <a:prstGeom prst="line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80F2A-87FC-4191-B199-CFDB7413DC1B}">
      <dsp:nvSpPr>
        <dsp:cNvPr id="0" name=""/>
        <dsp:cNvSpPr/>
      </dsp:nvSpPr>
      <dsp:spPr>
        <a:xfrm>
          <a:off x="0" y="2433180"/>
          <a:ext cx="6670176" cy="81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 🏅</a:t>
          </a:r>
          <a:r>
            <a:rPr lang="en-IN" sz="3200" b="0" kern="1200" dirty="0"/>
            <a:t>3rd: L&amp;T</a:t>
          </a:r>
          <a:endParaRPr lang="en-US" sz="3200" b="0" kern="1200" dirty="0"/>
        </a:p>
      </dsp:txBody>
      <dsp:txXfrm>
        <a:off x="0" y="2433180"/>
        <a:ext cx="6670176" cy="811060"/>
      </dsp:txXfrm>
    </dsp:sp>
    <dsp:sp modelId="{5686F46F-880C-409E-B5F3-B55D4E0796DD}">
      <dsp:nvSpPr>
        <dsp:cNvPr id="0" name=""/>
        <dsp:cNvSpPr/>
      </dsp:nvSpPr>
      <dsp:spPr>
        <a:xfrm>
          <a:off x="0" y="3244241"/>
          <a:ext cx="6670176" cy="0"/>
        </a:xfrm>
        <a:prstGeom prst="lin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7BC50-6A06-48EC-9F2E-BBC1DD975023}">
      <dsp:nvSpPr>
        <dsp:cNvPr id="0" name=""/>
        <dsp:cNvSpPr/>
      </dsp:nvSpPr>
      <dsp:spPr>
        <a:xfrm>
          <a:off x="0" y="3244240"/>
          <a:ext cx="6670176" cy="81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Luxury Leader (</a:t>
          </a:r>
          <a:r>
            <a:rPr lang="en-IN" sz="3200" b="1" kern="1200" dirty="0" err="1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Avg</a:t>
          </a:r>
          <a:r>
            <a:rPr lang="en-IN" sz="3200" b="1" kern="12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Ticket Price)</a:t>
          </a:r>
          <a:endParaRPr lang="en-US" sz="3200" kern="1200" dirty="0">
            <a:solidFill>
              <a:schemeClr val="tx2">
                <a:lumMod val="75000"/>
                <a:lumOff val="2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244240"/>
        <a:ext cx="6670176" cy="811060"/>
      </dsp:txXfrm>
    </dsp:sp>
    <dsp:sp modelId="{5B24696C-1718-479F-A2EC-DB5F418B2DE6}">
      <dsp:nvSpPr>
        <dsp:cNvPr id="0" name=""/>
        <dsp:cNvSpPr/>
      </dsp:nvSpPr>
      <dsp:spPr>
        <a:xfrm>
          <a:off x="0" y="4055301"/>
          <a:ext cx="6670176" cy="0"/>
        </a:xfrm>
        <a:prstGeom prst="line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08E89-810F-43E2-A5F7-B2ADC666FC59}">
      <dsp:nvSpPr>
        <dsp:cNvPr id="0" name=""/>
        <dsp:cNvSpPr/>
      </dsp:nvSpPr>
      <dsp:spPr>
        <a:xfrm>
          <a:off x="0" y="4055301"/>
          <a:ext cx="6670176" cy="81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🏅Shobha – 12.63 Cr</a:t>
          </a:r>
          <a:endParaRPr lang="en-US" sz="3200" kern="1200" dirty="0"/>
        </a:p>
      </dsp:txBody>
      <dsp:txXfrm>
        <a:off x="0" y="4055301"/>
        <a:ext cx="6670176" cy="811060"/>
      </dsp:txXfrm>
    </dsp:sp>
    <dsp:sp modelId="{E0DCA3B7-020D-4772-8AA0-74166D567917}">
      <dsp:nvSpPr>
        <dsp:cNvPr id="0" name=""/>
        <dsp:cNvSpPr/>
      </dsp:nvSpPr>
      <dsp:spPr>
        <a:xfrm>
          <a:off x="0" y="4866361"/>
          <a:ext cx="6670176" cy="0"/>
        </a:xfrm>
        <a:prstGeom prst="lin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BC5CB-848C-4FCD-98A5-EC4A73014A3F}">
      <dsp:nvSpPr>
        <dsp:cNvPr id="0" name=""/>
        <dsp:cNvSpPr/>
      </dsp:nvSpPr>
      <dsp:spPr>
        <a:xfrm>
          <a:off x="0" y="4866361"/>
          <a:ext cx="6670176" cy="81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🏅Total Environment – 12.60 Cr</a:t>
          </a:r>
          <a:endParaRPr lang="en-US" sz="3200" kern="1200" dirty="0"/>
        </a:p>
      </dsp:txBody>
      <dsp:txXfrm>
        <a:off x="0" y="4866361"/>
        <a:ext cx="6670176" cy="811060"/>
      </dsp:txXfrm>
    </dsp:sp>
    <dsp:sp modelId="{1702F62D-14AA-418A-B014-7BC8B7AFFF03}">
      <dsp:nvSpPr>
        <dsp:cNvPr id="0" name=""/>
        <dsp:cNvSpPr/>
      </dsp:nvSpPr>
      <dsp:spPr>
        <a:xfrm>
          <a:off x="0" y="5677421"/>
          <a:ext cx="6670176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53C69-7594-4281-9B8D-452A279C59CC}">
      <dsp:nvSpPr>
        <dsp:cNvPr id="0" name=""/>
        <dsp:cNvSpPr/>
      </dsp:nvSpPr>
      <dsp:spPr>
        <a:xfrm>
          <a:off x="0" y="5677421"/>
          <a:ext cx="6670176" cy="811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🏅Prestige – 12.58 Cr</a:t>
          </a:r>
          <a:endParaRPr lang="en-US" sz="3200" kern="1200" dirty="0"/>
        </a:p>
      </dsp:txBody>
      <dsp:txXfrm>
        <a:off x="0" y="5677421"/>
        <a:ext cx="6670176" cy="8110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DE9A3-DBB5-4DE6-9BDF-6152E552C3D7}">
      <dsp:nvSpPr>
        <dsp:cNvPr id="0" name=""/>
        <dsp:cNvSpPr/>
      </dsp:nvSpPr>
      <dsp:spPr>
        <a:xfrm>
          <a:off x="0" y="0"/>
          <a:ext cx="8412480" cy="11378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All projects show 100% booking rate.</a:t>
          </a:r>
        </a:p>
      </dsp:txBody>
      <dsp:txXfrm>
        <a:off x="33327" y="33327"/>
        <a:ext cx="7088494" cy="1071202"/>
      </dsp:txXfrm>
    </dsp:sp>
    <dsp:sp modelId="{FE28E788-8336-4736-95A0-09963D68294F}">
      <dsp:nvSpPr>
        <dsp:cNvPr id="0" name=""/>
        <dsp:cNvSpPr/>
      </dsp:nvSpPr>
      <dsp:spPr>
        <a:xfrm>
          <a:off x="602922" y="1336876"/>
          <a:ext cx="8412480" cy="1137856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>
                  <a:lumMod val="10000"/>
                </a:schemeClr>
              </a:solidFill>
            </a:rPr>
            <a:t>Scatter plot forms horizontal alignment</a:t>
          </a:r>
          <a:r>
            <a:rPr lang="en-US" sz="2500" kern="1200" dirty="0">
              <a:solidFill>
                <a:schemeClr val="bg2">
                  <a:lumMod val="10000"/>
                </a:schemeClr>
              </a:solidFill>
            </a:rPr>
            <a:t>.</a:t>
          </a:r>
        </a:p>
      </dsp:txBody>
      <dsp:txXfrm>
        <a:off x="636249" y="1370203"/>
        <a:ext cx="6901674" cy="1071202"/>
      </dsp:txXfrm>
    </dsp:sp>
    <dsp:sp modelId="{FD48C2F3-081E-4624-AE84-F7DC94D26E42}">
      <dsp:nvSpPr>
        <dsp:cNvPr id="0" name=""/>
        <dsp:cNvSpPr/>
      </dsp:nvSpPr>
      <dsp:spPr>
        <a:xfrm>
          <a:off x="1398574" y="2689479"/>
          <a:ext cx="8412480" cy="1137856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u="sng" kern="1200" dirty="0"/>
            <a:t>Insight</a:t>
          </a:r>
          <a:r>
            <a:rPr lang="en-US" sz="2500" kern="1200" dirty="0"/>
            <a:t>:</a:t>
          </a:r>
        </a:p>
      </dsp:txBody>
      <dsp:txXfrm>
        <a:off x="1431901" y="2722806"/>
        <a:ext cx="6912189" cy="1071202"/>
      </dsp:txXfrm>
    </dsp:sp>
    <dsp:sp modelId="{01B294D9-0B33-43D6-AB47-8F7D1A9991A8}">
      <dsp:nvSpPr>
        <dsp:cNvPr id="0" name=""/>
        <dsp:cNvSpPr/>
      </dsp:nvSpPr>
      <dsp:spPr>
        <a:xfrm>
          <a:off x="2103119" y="4034218"/>
          <a:ext cx="8412480" cy="1137856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Amenity score does not influence booking conversion.</a:t>
          </a:r>
        </a:p>
      </dsp:txBody>
      <dsp:txXfrm>
        <a:off x="2136446" y="4067545"/>
        <a:ext cx="6901674" cy="1071202"/>
      </dsp:txXfrm>
    </dsp:sp>
    <dsp:sp modelId="{7D453FEE-7314-40A9-B645-3CDDB54FCC6B}">
      <dsp:nvSpPr>
        <dsp:cNvPr id="0" name=""/>
        <dsp:cNvSpPr/>
      </dsp:nvSpPr>
      <dsp:spPr>
        <a:xfrm>
          <a:off x="7672873" y="871494"/>
          <a:ext cx="739606" cy="7396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839284" y="871494"/>
        <a:ext cx="406784" cy="556554"/>
      </dsp:txXfrm>
    </dsp:sp>
    <dsp:sp modelId="{C1E0FA15-1771-414B-90B6-1D3DAF953303}">
      <dsp:nvSpPr>
        <dsp:cNvPr id="0" name=""/>
        <dsp:cNvSpPr/>
      </dsp:nvSpPr>
      <dsp:spPr>
        <a:xfrm>
          <a:off x="8377418" y="2216234"/>
          <a:ext cx="739606" cy="7396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543829" y="2216234"/>
        <a:ext cx="406784" cy="556554"/>
      </dsp:txXfrm>
    </dsp:sp>
    <dsp:sp modelId="{7853F240-D247-4B2D-B7EA-7C9BA1995160}">
      <dsp:nvSpPr>
        <dsp:cNvPr id="0" name=""/>
        <dsp:cNvSpPr/>
      </dsp:nvSpPr>
      <dsp:spPr>
        <a:xfrm>
          <a:off x="9071448" y="3560973"/>
          <a:ext cx="739606" cy="7396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237859" y="3560973"/>
        <a:ext cx="406784" cy="5565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5AD80-38C1-4C82-9D85-62B652D80BC5}">
      <dsp:nvSpPr>
        <dsp:cNvPr id="0" name=""/>
        <dsp:cNvSpPr/>
      </dsp:nvSpPr>
      <dsp:spPr>
        <a:xfrm>
          <a:off x="3576677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9758C-57A4-445A-9028-8C29C959FC91}">
      <dsp:nvSpPr>
        <dsp:cNvPr id="0" name=""/>
        <dsp:cNvSpPr/>
      </dsp:nvSpPr>
      <dsp:spPr>
        <a:xfrm>
          <a:off x="100761" y="43463"/>
          <a:ext cx="4688820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>
              <a:latin typeface="Arial" panose="020B0604020202020204" pitchFamily="34" charset="0"/>
              <a:cs typeface="Arial" panose="020B0604020202020204" pitchFamily="34" charset="0"/>
            </a:rPr>
            <a:t>Overall Bangalore</a:t>
          </a:r>
          <a:r>
            <a:rPr lang="en-IN" sz="3200" kern="12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  <a:endParaRPr lang="en-US" sz="3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0585" y="123287"/>
        <a:ext cx="4529172" cy="1475545"/>
      </dsp:txXfrm>
    </dsp:sp>
    <dsp:sp modelId="{2392108C-766B-48DF-913C-6BB153EFCF63}">
      <dsp:nvSpPr>
        <dsp:cNvPr id="0" name=""/>
        <dsp:cNvSpPr/>
      </dsp:nvSpPr>
      <dsp:spPr>
        <a:xfrm>
          <a:off x="5660647" y="43479"/>
          <a:ext cx="4842937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🥇 3BHK</a:t>
          </a:r>
          <a:br>
            <a:rPr lang="en-IN" sz="3200" kern="1200" dirty="0"/>
          </a:br>
          <a:r>
            <a:rPr lang="en-IN" sz="3200" kern="1200" dirty="0"/>
            <a:t>🥈 4BHK</a:t>
          </a:r>
          <a:br>
            <a:rPr lang="en-IN" sz="3200" kern="1200" dirty="0"/>
          </a:br>
          <a:r>
            <a:rPr lang="en-IN" sz="3200" kern="1200" dirty="0"/>
            <a:t>🥉 5BHK</a:t>
          </a:r>
          <a:endParaRPr lang="en-US" sz="3200" kern="1200" dirty="0"/>
        </a:p>
      </dsp:txBody>
      <dsp:txXfrm>
        <a:off x="5740471" y="123303"/>
        <a:ext cx="4683289" cy="1475545"/>
      </dsp:txXfrm>
    </dsp:sp>
    <dsp:sp modelId="{BE63FB9C-4B88-4A45-889A-93011363C54E}">
      <dsp:nvSpPr>
        <dsp:cNvPr id="0" name=""/>
        <dsp:cNvSpPr/>
      </dsp:nvSpPr>
      <dsp:spPr>
        <a:xfrm>
          <a:off x="69946" y="2022821"/>
          <a:ext cx="5679600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Arial" panose="020B0604020202020204" pitchFamily="34" charset="0"/>
              <a:cs typeface="Arial" panose="020B0604020202020204" pitchFamily="34" charset="0"/>
            </a:rPr>
            <a:t>Whitefield (Exception):</a:t>
          </a:r>
        </a:p>
      </dsp:txBody>
      <dsp:txXfrm>
        <a:off x="149770" y="2102645"/>
        <a:ext cx="5519952" cy="1475545"/>
      </dsp:txXfrm>
    </dsp:sp>
    <dsp:sp modelId="{A89E721E-2C79-48DC-93DF-13E636EEE56B}">
      <dsp:nvSpPr>
        <dsp:cNvPr id="0" name=""/>
        <dsp:cNvSpPr/>
      </dsp:nvSpPr>
      <dsp:spPr>
        <a:xfrm>
          <a:off x="6137216" y="2145640"/>
          <a:ext cx="4145576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rial" panose="020B0604020202020204" pitchFamily="34" charset="0"/>
              <a:cs typeface="Arial" panose="020B0604020202020204" pitchFamily="34" charset="0"/>
            </a:rPr>
            <a:t>🥇 5BHK leads demand</a:t>
          </a:r>
        </a:p>
      </dsp:txBody>
      <dsp:txXfrm>
        <a:off x="6217040" y="2225464"/>
        <a:ext cx="3985928" cy="14755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1F39A-7BF6-455C-A86C-CC14F15516BC}">
      <dsp:nvSpPr>
        <dsp:cNvPr id="0" name=""/>
        <dsp:cNvSpPr/>
      </dsp:nvSpPr>
      <dsp:spPr>
        <a:xfrm>
          <a:off x="0" y="2599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24F530-97BE-46B9-A7A3-F562404F514E}">
      <dsp:nvSpPr>
        <dsp:cNvPr id="0" name=""/>
        <dsp:cNvSpPr/>
      </dsp:nvSpPr>
      <dsp:spPr>
        <a:xfrm>
          <a:off x="0" y="2599"/>
          <a:ext cx="7964420" cy="1418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b="1" u="sng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u="sng" kern="1200" dirty="0">
              <a:latin typeface="Arial" panose="020B0604020202020204" pitchFamily="34" charset="0"/>
              <a:cs typeface="Arial" panose="020B0604020202020204" pitchFamily="34" charset="0"/>
            </a:rPr>
            <a:t>Overall Bangalore</a:t>
          </a:r>
          <a:r>
            <a:rPr lang="en-US" sz="3200" kern="12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sp:txBody>
      <dsp:txXfrm>
        <a:off x="0" y="2599"/>
        <a:ext cx="7964420" cy="1418372"/>
      </dsp:txXfrm>
    </dsp:sp>
    <dsp:sp modelId="{280BFFDF-78F8-4301-89BC-9D3DEC8CDF86}">
      <dsp:nvSpPr>
        <dsp:cNvPr id="0" name=""/>
        <dsp:cNvSpPr/>
      </dsp:nvSpPr>
      <dsp:spPr>
        <a:xfrm>
          <a:off x="0" y="1420972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25C143-6166-4942-ACDD-975E19C4A478}">
      <dsp:nvSpPr>
        <dsp:cNvPr id="0" name=""/>
        <dsp:cNvSpPr/>
      </dsp:nvSpPr>
      <dsp:spPr>
        <a:xfrm>
          <a:off x="0" y="1420972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rial" panose="020B0604020202020204" pitchFamily="34" charset="0"/>
              <a:cs typeface="Arial" panose="020B0604020202020204" pitchFamily="34" charset="0"/>
            </a:rPr>
            <a:t>Online – Highest</a:t>
          </a:r>
        </a:p>
      </dsp:txBody>
      <dsp:txXfrm>
        <a:off x="0" y="1420972"/>
        <a:ext cx="7972206" cy="602698"/>
      </dsp:txXfrm>
    </dsp:sp>
    <dsp:sp modelId="{304D8DD8-20F6-44F7-B56A-E3C962FC150F}">
      <dsp:nvSpPr>
        <dsp:cNvPr id="0" name=""/>
        <dsp:cNvSpPr/>
      </dsp:nvSpPr>
      <dsp:spPr>
        <a:xfrm>
          <a:off x="0" y="2023670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F79E1B-4685-4668-B9D7-BAA2327EB894}">
      <dsp:nvSpPr>
        <dsp:cNvPr id="0" name=""/>
        <dsp:cNvSpPr/>
      </dsp:nvSpPr>
      <dsp:spPr>
        <a:xfrm>
          <a:off x="0" y="2023670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rial" panose="020B0604020202020204" pitchFamily="34" charset="0"/>
              <a:cs typeface="Arial" panose="020B0604020202020204" pitchFamily="34" charset="0"/>
            </a:rPr>
            <a:t>Broker</a:t>
          </a:r>
        </a:p>
      </dsp:txBody>
      <dsp:txXfrm>
        <a:off x="0" y="2023670"/>
        <a:ext cx="7972206" cy="602698"/>
      </dsp:txXfrm>
    </dsp:sp>
    <dsp:sp modelId="{0951B998-A6B4-4DDF-B6E8-E1223F3F42E2}">
      <dsp:nvSpPr>
        <dsp:cNvPr id="0" name=""/>
        <dsp:cNvSpPr/>
      </dsp:nvSpPr>
      <dsp:spPr>
        <a:xfrm>
          <a:off x="0" y="2626368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0E52E0-3858-4CC3-B724-B610E289CD63}">
      <dsp:nvSpPr>
        <dsp:cNvPr id="0" name=""/>
        <dsp:cNvSpPr/>
      </dsp:nvSpPr>
      <dsp:spPr>
        <a:xfrm>
          <a:off x="0" y="2626368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" panose="020B0604020202020204" pitchFamily="34" charset="0"/>
              <a:cs typeface="Arial" panose="020B0604020202020204" pitchFamily="34" charset="0"/>
            </a:rPr>
            <a:t>NRI Desk</a:t>
          </a:r>
        </a:p>
      </dsp:txBody>
      <dsp:txXfrm>
        <a:off x="0" y="2626368"/>
        <a:ext cx="7972206" cy="602698"/>
      </dsp:txXfrm>
    </dsp:sp>
    <dsp:sp modelId="{79091015-8AFD-4BA3-B67A-706DBF04702A}">
      <dsp:nvSpPr>
        <dsp:cNvPr id="0" name=""/>
        <dsp:cNvSpPr/>
      </dsp:nvSpPr>
      <dsp:spPr>
        <a:xfrm>
          <a:off x="0" y="3229067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AC95F2-F573-4C79-978A-44A3CE5B4D22}">
      <dsp:nvSpPr>
        <dsp:cNvPr id="0" name=""/>
        <dsp:cNvSpPr/>
      </dsp:nvSpPr>
      <dsp:spPr>
        <a:xfrm>
          <a:off x="0" y="3229067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" panose="020B0604020202020204" pitchFamily="34" charset="0"/>
              <a:cs typeface="Arial" panose="020B0604020202020204" pitchFamily="34" charset="0"/>
            </a:rPr>
            <a:t>Direct Sales</a:t>
          </a:r>
        </a:p>
      </dsp:txBody>
      <dsp:txXfrm>
        <a:off x="0" y="3229067"/>
        <a:ext cx="7972206" cy="602698"/>
      </dsp:txXfrm>
    </dsp:sp>
    <dsp:sp modelId="{437B009E-C262-4A62-98B0-65B2A470447C}">
      <dsp:nvSpPr>
        <dsp:cNvPr id="0" name=""/>
        <dsp:cNvSpPr/>
      </dsp:nvSpPr>
      <dsp:spPr>
        <a:xfrm>
          <a:off x="0" y="3831765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4E4A3A-2B61-402F-87E0-4FC02326AAE3}">
      <dsp:nvSpPr>
        <dsp:cNvPr id="0" name=""/>
        <dsp:cNvSpPr/>
      </dsp:nvSpPr>
      <dsp:spPr>
        <a:xfrm>
          <a:off x="0" y="3831765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u="sng" kern="1200" dirty="0">
              <a:latin typeface="Arial" panose="020B0604020202020204" pitchFamily="34" charset="0"/>
              <a:cs typeface="Arial" panose="020B0604020202020204" pitchFamily="34" charset="0"/>
            </a:rPr>
            <a:t>Electronic City</a:t>
          </a:r>
          <a:r>
            <a:rPr lang="en-US" sz="4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3200" kern="1200" dirty="0">
              <a:latin typeface="Arial" panose="020B0604020202020204" pitchFamily="34" charset="0"/>
              <a:cs typeface="Arial" panose="020B0604020202020204" pitchFamily="34" charset="0"/>
            </a:rPr>
            <a:t>(Different Trend):</a:t>
          </a:r>
        </a:p>
      </dsp:txBody>
      <dsp:txXfrm>
        <a:off x="0" y="3831765"/>
        <a:ext cx="7972206" cy="602698"/>
      </dsp:txXfrm>
    </dsp:sp>
    <dsp:sp modelId="{A8F4CA1A-B00F-4123-8F3F-A9FF9A2967AA}">
      <dsp:nvSpPr>
        <dsp:cNvPr id="0" name=""/>
        <dsp:cNvSpPr/>
      </dsp:nvSpPr>
      <dsp:spPr>
        <a:xfrm>
          <a:off x="0" y="4434463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2F2C57-192E-4394-82CD-DD791341EACB}">
      <dsp:nvSpPr>
        <dsp:cNvPr id="0" name=""/>
        <dsp:cNvSpPr/>
      </dsp:nvSpPr>
      <dsp:spPr>
        <a:xfrm>
          <a:off x="0" y="4434463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" panose="020B0604020202020204" pitchFamily="34" charset="0"/>
              <a:cs typeface="Arial" panose="020B0604020202020204" pitchFamily="34" charset="0"/>
            </a:rPr>
            <a:t>Broker</a:t>
          </a:r>
        </a:p>
      </dsp:txBody>
      <dsp:txXfrm>
        <a:off x="0" y="4434463"/>
        <a:ext cx="7972206" cy="602698"/>
      </dsp:txXfrm>
    </dsp:sp>
    <dsp:sp modelId="{EC097495-C415-4D18-BA77-D0A17EDCC9D2}">
      <dsp:nvSpPr>
        <dsp:cNvPr id="0" name=""/>
        <dsp:cNvSpPr/>
      </dsp:nvSpPr>
      <dsp:spPr>
        <a:xfrm>
          <a:off x="0" y="5037162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494664-5072-46C7-BC13-187B80D8F492}">
      <dsp:nvSpPr>
        <dsp:cNvPr id="0" name=""/>
        <dsp:cNvSpPr/>
      </dsp:nvSpPr>
      <dsp:spPr>
        <a:xfrm>
          <a:off x="0" y="5037162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" panose="020B0604020202020204" pitchFamily="34" charset="0"/>
              <a:cs typeface="Arial" panose="020B0604020202020204" pitchFamily="34" charset="0"/>
            </a:rPr>
            <a:t>NRI</a:t>
          </a:r>
        </a:p>
      </dsp:txBody>
      <dsp:txXfrm>
        <a:off x="0" y="5037162"/>
        <a:ext cx="7972206" cy="602698"/>
      </dsp:txXfrm>
    </dsp:sp>
    <dsp:sp modelId="{74A6ACB8-AC48-4123-9BA6-FC1DF45B6889}">
      <dsp:nvSpPr>
        <dsp:cNvPr id="0" name=""/>
        <dsp:cNvSpPr/>
      </dsp:nvSpPr>
      <dsp:spPr>
        <a:xfrm>
          <a:off x="0" y="5639860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2AD4D9-9F1E-4FD5-A523-4CF6F59A8E29}">
      <dsp:nvSpPr>
        <dsp:cNvPr id="0" name=""/>
        <dsp:cNvSpPr/>
      </dsp:nvSpPr>
      <dsp:spPr>
        <a:xfrm>
          <a:off x="0" y="5639860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" panose="020B0604020202020204" pitchFamily="34" charset="0"/>
              <a:cs typeface="Arial" panose="020B0604020202020204" pitchFamily="34" charset="0"/>
            </a:rPr>
            <a:t>Online</a:t>
          </a:r>
        </a:p>
      </dsp:txBody>
      <dsp:txXfrm>
        <a:off x="0" y="5639860"/>
        <a:ext cx="7972206" cy="602698"/>
      </dsp:txXfrm>
    </dsp:sp>
    <dsp:sp modelId="{71B512E5-D15B-4684-80F9-68729ADBDEFD}">
      <dsp:nvSpPr>
        <dsp:cNvPr id="0" name=""/>
        <dsp:cNvSpPr/>
      </dsp:nvSpPr>
      <dsp:spPr>
        <a:xfrm>
          <a:off x="0" y="6242558"/>
          <a:ext cx="7972206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C7BA16-3D9D-45DA-A0A8-B40A5FD090FB}">
      <dsp:nvSpPr>
        <dsp:cNvPr id="0" name=""/>
        <dsp:cNvSpPr/>
      </dsp:nvSpPr>
      <dsp:spPr>
        <a:xfrm>
          <a:off x="0" y="6242558"/>
          <a:ext cx="7972206" cy="60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" panose="020B0604020202020204" pitchFamily="34" charset="0"/>
              <a:cs typeface="Arial" panose="020B0604020202020204" pitchFamily="34" charset="0"/>
            </a:rPr>
            <a:t>Direct</a:t>
          </a:r>
        </a:p>
      </dsp:txBody>
      <dsp:txXfrm>
        <a:off x="0" y="6242558"/>
        <a:ext cx="7972206" cy="602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92023-FD5C-4E90-B13A-2438EB84457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20B6C-4B5F-4BD0-BA02-194063C97C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88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20B6C-4B5F-4BD0-BA02-194063C97C8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065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BEC4-3451-9CD1-F039-4EF8236C2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062F1-5AA8-2A31-DE15-9238B1B15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6C64E-9069-3EED-29B8-05CB742D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CD047-7827-D4B5-D39C-A30A11C7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0CF79-A9A4-BAAC-00E4-CE8AF471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83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0334-668C-EC6F-23D3-DAE1EC09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5DE34-D51F-4ED6-E6DB-16EF46DCC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7E754-F941-2714-4A7F-709D63AB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99B8C-CDC1-BEF1-D2BF-FF83A95F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8C82-631C-84FC-0E99-391265CA0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325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CB46-A62F-B84C-89FB-F807902A3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2B2FF-4F7E-9FEA-90DA-E65683A20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B1C32-BDFD-5F86-9784-EF68F635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8B086-6394-6AAC-A5EC-87D4E8EEC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38464-BA9C-8BD5-52F9-AE2A09D5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87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0070-8520-D386-8414-C5C9934D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0F3AC-0167-CD49-0CFE-18FA398BB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7C776-BAFF-4FA6-2DB0-CB6FB6FA0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DF21E-3310-B26D-3047-081716963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0123E-F1BD-933A-0782-76843F68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5ADA9-D310-9BAA-B86D-8B4CE19C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23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4DCF-A9D9-9720-B4BC-BBF996C3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4878C-6CEA-B97A-CE38-1A98535DA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E18E8-FFA4-D9AE-3555-5FEB3EF3B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D7D64-BA84-717E-5C5A-ACB42EFFE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DB611-5477-88D3-FD08-D46075500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6D2E1-ED47-046E-C60D-A9F321F6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8CF99-3BC8-E240-AA2E-CD015256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5CD9A-2534-C01C-37EF-8E7798C5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57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5771-26D6-847E-3E70-1AF6B97F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51F97-E5EF-F915-8794-D3EF095D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6E2F6-023B-7637-1921-0207A49D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9D2DB-5C51-31C4-80A1-856D4EB22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46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0C804-7A68-D3C6-B46B-50C6EB19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13D33-BC45-2E50-BDBE-EF170D7F9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E286A-0B56-4EDF-7757-4C84B2C4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02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9F826-1CAF-7964-7750-2012EC66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35A95-D3D5-99C4-0CDE-860DD670A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A7071-7027-2F96-B8C7-94223EA51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00A6D-2E13-3D01-8742-9DCFBBB2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2036E-7360-34D4-7C76-F796530A8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946F7-9292-F0D3-C0ED-4FC56700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38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D096-BB19-38A8-DEFF-28BCCDBAE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F3259-D83F-FA55-9B93-28DDE2765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8283F-E76C-9491-A0F2-F63E931A3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C6098-38AF-61AC-30DB-95D82CB9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BD807-2286-B7BE-C6FE-604BCBC3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19FB0-704B-73A5-C812-C641089E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61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FD99-DE5D-BED2-BFFE-5102E9009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7F088-E4CE-7EDB-A709-FD70D8598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A076-9313-EDEF-E098-5880300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33826-CA31-F9B1-930E-A8AD606D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ADB82-365F-E11F-815B-602103B7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46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61092F-A8C5-A52B-A528-E2D45277F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1F27F-CC93-ABB2-2FEB-C6E624B82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58C8C-FDC1-55FD-F7E9-6B5F9990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5B330-B7EE-F2F7-9930-FC5D51384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B016-459B-AD24-C997-66F2F4F3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57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01A72-00B5-2CF2-5CA7-9CC1DA37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CBF4D-6EF4-2898-4E21-87197015C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43C33-C5CE-454F-EF8E-37BA643E0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EA37A-F7DE-4E92-B80F-0401280E169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65C4C-97FF-6B2C-A72C-AEC86DD93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D35BE-6AC9-61D8-8853-F0271C77D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3397F-421F-4A92-96D2-65B826765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0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E58F7-78E9-392B-5AB1-CEF2552C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24" y="361949"/>
            <a:ext cx="10945505" cy="1495425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LUXURY HOUSING SALES ANALYSIS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                     </a:t>
            </a:r>
            <a:r>
              <a:rPr lang="en-US" b="1" u="sng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BENGALURU</a:t>
            </a:r>
            <a:endParaRPr lang="en-IN" u="sng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C25CF-17A1-4B81-F6EB-6888144A4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073" y="2598694"/>
            <a:ext cx="6002110" cy="372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Data-Driven Insights into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Builder Performance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Market Trends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Sales Channel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                               J.SUMATHI GURUNATHAN                                                                   </a:t>
            </a:r>
          </a:p>
          <a:p>
            <a:endParaRPr lang="en-IN" sz="2000" dirty="0"/>
          </a:p>
        </p:txBody>
      </p:sp>
      <p:pic>
        <p:nvPicPr>
          <p:cNvPr id="5" name="Picture 4" descr="A midsection of a person holding a miniature house">
            <a:extLst>
              <a:ext uri="{FF2B5EF4-FFF2-40B4-BE49-F238E27FC236}">
                <a16:creationId xmlns:a16="http://schemas.microsoft.com/office/drawing/2014/main" id="{E2144FE9-291A-AA04-6F52-2951E9DBF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60" r="26376" b="-1"/>
          <a:stretch>
            <a:fillRect/>
          </a:stretch>
        </p:blipFill>
        <p:spPr>
          <a:xfrm>
            <a:off x="6792687" y="2219323"/>
            <a:ext cx="4829132" cy="448777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2223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7175A-740D-1054-367F-A32E4402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This project focuses 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840918-373C-A858-A765-6079220B8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245558"/>
            <a:ext cx="589935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Market demand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Builder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Revenue leadership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Buyer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Sales channel efficiency</a:t>
            </a:r>
          </a:p>
        </p:txBody>
      </p:sp>
    </p:spTree>
    <p:extLst>
      <p:ext uri="{BB962C8B-B14F-4D97-AF65-F5344CB8AC3E}">
        <p14:creationId xmlns:p14="http://schemas.microsoft.com/office/powerpoint/2010/main" val="321516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535E-3628-FADA-5232-CBF7C32D7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440"/>
            <a:ext cx="10515600" cy="873740"/>
          </a:xfrm>
        </p:spPr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CD5D-7939-66E8-4898-578D3F1F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180"/>
            <a:ext cx="10831286" cy="5807820"/>
          </a:xfrm>
        </p:spPr>
        <p:txBody>
          <a:bodyPr>
            <a:noAutofit/>
          </a:bodyPr>
          <a:lstStyle/>
          <a:p>
            <a:r>
              <a:rPr lang="en-IN" b="1" u="sng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Pipeline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Downloaded raw </a:t>
            </a:r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IN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endParaRPr lang="en-IN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Preprocessing: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Data cleaning in </a:t>
            </a:r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 Code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using Python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Database: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Loaded into PostgreSQL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Visualization: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Connected </a:t>
            </a:r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to PostgreSQL</a:t>
            </a:r>
          </a:p>
          <a:p>
            <a:endParaRPr lang="en-I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Interactivity: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Slicers –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Quarter, Micro-market, Developer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13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60FEE5-6480-533C-79E8-423D87DC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607094"/>
            <a:ext cx="3684663" cy="4289372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400">
                <a:solidFill>
                  <a:srgbClr val="F2F2F2"/>
                </a:solidFill>
                <a:effectLst/>
                <a:latin typeface="Arial" panose="020B0604020202020204" pitchFamily="34" charset="0"/>
              </a:rPr>
              <a:t>Bookings varied from quarter to quarter across different micro-markets.</a:t>
            </a:r>
            <a:endParaRPr lang="en-IN" sz="4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10AD9FA3-04E8-CD5A-AD1A-037A8CB361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347899"/>
              </p:ext>
            </p:extLst>
          </p:nvPr>
        </p:nvGraphicFramePr>
        <p:xfrm>
          <a:off x="4820751" y="839997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768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9BFE6-6772-7679-7418-7C155F98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BUILDER PERFORMANCE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AAEB3FD4-ED7B-1B96-9DCD-AB7766FBDB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004784"/>
              </p:ext>
            </p:extLst>
          </p:nvPr>
        </p:nvGraphicFramePr>
        <p:xfrm>
          <a:off x="5217024" y="237996"/>
          <a:ext cx="6670176" cy="6488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708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C21E32-237D-2B25-B0EB-672968189D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-12525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A02EF-020A-6B5D-245C-B78EB399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0934"/>
          </a:xfrm>
        </p:spPr>
        <p:txBody>
          <a:bodyPr>
            <a:normAutofit/>
          </a:bodyPr>
          <a:lstStyle/>
          <a:p>
            <a:r>
              <a:rPr lang="en-US" dirty="0"/>
              <a:t>Amenity Score linked to Booking Success?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A31090-855D-7FC8-B2B0-5A16F6D7C1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3829717"/>
              </p:ext>
            </p:extLst>
          </p:nvPr>
        </p:nvGraphicFramePr>
        <p:xfrm>
          <a:off x="838200" y="1320800"/>
          <a:ext cx="10515600" cy="517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4256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72CDD-73C0-503E-44C2-60E5EE225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IN" b="1" dirty="0">
                <a:solidFill>
                  <a:srgbClr val="FFFFFF"/>
                </a:solidFill>
              </a:rPr>
              <a:t>CONFIGURATION DEMAND 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FB0F6943-5925-A110-9649-06CE47989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99055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167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F0902-34D1-BD77-F573-A4A1E703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9" y="1789376"/>
            <a:ext cx="3571165" cy="3082875"/>
          </a:xfrm>
        </p:spPr>
        <p:txBody>
          <a:bodyPr anchor="b">
            <a:normAutofit/>
          </a:bodyPr>
          <a:lstStyle/>
          <a:p>
            <a:pPr algn="r"/>
            <a:r>
              <a:rPr lang="en-IN" sz="4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SALES CHANNEL EFFICIENCY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3C6C08-AD23-68FB-E85E-75638E0E2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1248354"/>
              </p:ext>
            </p:extLst>
          </p:nvPr>
        </p:nvGraphicFramePr>
        <p:xfrm>
          <a:off x="4037825" y="10138"/>
          <a:ext cx="7972206" cy="6847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4077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F3E8-D4E6-B8BE-4E6E-8A6F2BE82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024" y="365125"/>
            <a:ext cx="10889776" cy="1013299"/>
          </a:xfrm>
        </p:spPr>
        <p:txBody>
          <a:bodyPr/>
          <a:lstStyle/>
          <a:p>
            <a:r>
              <a:rPr lang="en-IN" b="1" u="sng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QUARTERLY BUILDER CONTRIBUTION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E04A7-372F-CDB8-356D-4EAF6E3FC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424"/>
            <a:ext cx="10515600" cy="5479576"/>
          </a:xfrm>
        </p:spPr>
        <p:txBody>
          <a:bodyPr>
            <a:normAutofit/>
          </a:bodyPr>
          <a:lstStyle/>
          <a:p>
            <a:r>
              <a:rPr lang="en-IN" sz="4000" u="sng" dirty="0">
                <a:latin typeface="Arial" panose="020B0604020202020204" pitchFamily="34" charset="0"/>
                <a:cs typeface="Arial" panose="020B0604020202020204" pitchFamily="34" charset="0"/>
              </a:rPr>
              <a:t>Overall Leader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:    </a:t>
            </a:r>
            <a:r>
              <a:rPr lang="en-IN" sz="40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PRESTIGE</a:t>
            </a:r>
          </a:p>
          <a:p>
            <a:r>
              <a:rPr lang="en-IN" sz="4000" u="sng" dirty="0">
                <a:latin typeface="Arial" panose="020B0604020202020204" pitchFamily="34" charset="0"/>
                <a:cs typeface="Arial" panose="020B0604020202020204" pitchFamily="34" charset="0"/>
              </a:rPr>
              <a:t>Quarter Leaders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Q1 – </a:t>
            </a: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GODREJ</a:t>
            </a:r>
          </a:p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Q2 – </a:t>
            </a: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SNN RAJ</a:t>
            </a:r>
          </a:p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Q3 – </a:t>
            </a: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PRESTIGE</a:t>
            </a:r>
          </a:p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Q4 – </a:t>
            </a: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ENVIRONMENT</a:t>
            </a:r>
          </a:p>
          <a:p>
            <a:r>
              <a:rPr lang="en-IN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PRESTIGE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consistently appears in Top 5 across all quarters — making it overall market leader.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414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8F0E-B612-7143-3705-C058F69F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990" y="365125"/>
            <a:ext cx="10384809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POSSESSION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E5664-3AC9-81E0-EFD6-945F49BC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Launch / Ready to Move / Under Construction: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All show 100% booking rate.</a:t>
            </a:r>
          </a:p>
          <a:p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Buyer types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CXO, HNI, NRI, Startup Founder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— all show equal booking rate.</a:t>
            </a:r>
          </a:p>
          <a:p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Possession status does not impact booking behavior in this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552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1CFC-1470-B7AA-3951-C6F7334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0"/>
            <a:ext cx="10515600" cy="1107198"/>
          </a:xfrm>
        </p:spPr>
        <p:txBody>
          <a:bodyPr/>
          <a:lstStyle/>
          <a:p>
            <a:pPr algn="ctr"/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GEOGRAPHICAL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A5C36-6B4F-DFE8-FB0F-1C7037364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1" y="1392072"/>
            <a:ext cx="11586949" cy="519979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600" b="1" dirty="0">
                <a:latin typeface="Arial" panose="020B0604020202020204" pitchFamily="34" charset="0"/>
                <a:cs typeface="Arial" panose="020B0604020202020204" pitchFamily="34" charset="0"/>
              </a:rPr>
              <a:t>Highest Project Concentration</a:t>
            </a:r>
            <a:r>
              <a:rPr lang="en-IN" sz="4600" dirty="0"/>
              <a:t>:</a:t>
            </a:r>
          </a:p>
          <a:p>
            <a:r>
              <a:rPr lang="en-IN" sz="4600" dirty="0"/>
              <a:t>Jayanagar</a:t>
            </a:r>
          </a:p>
          <a:p>
            <a:r>
              <a:rPr lang="en-IN" sz="4600" dirty="0"/>
              <a:t>Bannerghatta Road</a:t>
            </a:r>
          </a:p>
          <a:p>
            <a:r>
              <a:rPr lang="en-IN" sz="4600" dirty="0"/>
              <a:t>JP Nagar</a:t>
            </a:r>
          </a:p>
          <a:p>
            <a:r>
              <a:rPr lang="en-IN" sz="4600" b="1" dirty="0"/>
              <a:t>Quarter-based Leaders</a:t>
            </a:r>
            <a:r>
              <a:rPr lang="en-IN" sz="4600" dirty="0"/>
              <a:t>:</a:t>
            </a:r>
          </a:p>
          <a:p>
            <a:r>
              <a:rPr lang="en-IN" sz="4600" dirty="0"/>
              <a:t>Q1 – Sarjapur</a:t>
            </a:r>
          </a:p>
          <a:p>
            <a:r>
              <a:rPr lang="en-IN" sz="4600" dirty="0"/>
              <a:t>Q2 – Jayanagar</a:t>
            </a:r>
          </a:p>
          <a:p>
            <a:r>
              <a:rPr lang="en-IN" sz="4600" dirty="0"/>
              <a:t>Q3 – Yelahanka</a:t>
            </a:r>
          </a:p>
          <a:p>
            <a:r>
              <a:rPr lang="en-IN" sz="4600" dirty="0"/>
              <a:t>Q4 – Indiranagar</a:t>
            </a:r>
          </a:p>
          <a:p>
            <a:pPr marL="0" indent="0">
              <a:buNone/>
            </a:pPr>
            <a:r>
              <a:rPr lang="en-IN" sz="4600" b="1" dirty="0"/>
              <a:t>Insight:</a:t>
            </a:r>
            <a:br>
              <a:rPr lang="en-IN" sz="4600" dirty="0"/>
            </a:br>
            <a:r>
              <a:rPr lang="en-IN" sz="4600" dirty="0"/>
              <a:t>Different micro-markets dominate different quarters.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218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17F3-0654-82D6-ADFE-C730E001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TOP 5 BUILDERS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5308-DF48-E7F8-ED19-572EE4907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PRESTIGE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L&amp;T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EMBASSY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PURAVANKARA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BRIGADE</a:t>
            </a:r>
          </a:p>
          <a:p>
            <a:pPr marL="514350" indent="-514350">
              <a:buFont typeface="+mj-lt"/>
              <a:buAutoNum type="arabicPeriod"/>
            </a:pP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PRESTIGE</a:t>
            </a:r>
            <a:r>
              <a:rPr lang="en-IN" sz="40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= Overall Market Champion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54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7E2C-AB4C-15B0-CBA0-34D4D9AA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TOTAL REVENUE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E4984-82A7-1A57-4619-9239B30F2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 intentionally disabled slicer interaction for Total Revenue card.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keep it as a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global benchmark value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Even if we filter by Developer,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Revenue card shows overall market revenue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779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6059-AC61-DCCD-1DAB-E0CEEA492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39"/>
          </a:xfrm>
        </p:spPr>
        <p:txBody>
          <a:bodyPr/>
          <a:lstStyle/>
          <a:p>
            <a:pPr algn="ctr"/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80C82-AA30-1C1D-7527-9DA72F511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5594"/>
            <a:ext cx="11914496" cy="5363569"/>
          </a:xfrm>
        </p:spPr>
        <p:txBody>
          <a:bodyPr>
            <a:normAutofit fontScale="62500" lnSpcReduction="20000"/>
          </a:bodyPr>
          <a:lstStyle/>
          <a:p>
            <a:r>
              <a:rPr lang="en-IN" sz="4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PRESTIGE</a:t>
            </a:r>
            <a:r>
              <a:rPr lang="en-IN" sz="4100" dirty="0">
                <a:latin typeface="Arial" panose="020B0604020202020204" pitchFamily="34" charset="0"/>
                <a:cs typeface="Arial" panose="020B0604020202020204" pitchFamily="34" charset="0"/>
              </a:rPr>
              <a:t> dominates revenue consistently</a:t>
            </a:r>
          </a:p>
          <a:p>
            <a:endParaRPr lang="en-IN" sz="4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4100" dirty="0">
                <a:latin typeface="Arial" panose="020B0604020202020204" pitchFamily="34" charset="0"/>
                <a:cs typeface="Arial" panose="020B0604020202020204" pitchFamily="34" charset="0"/>
              </a:rPr>
              <a:t>Luxury pricing led by </a:t>
            </a:r>
            <a:r>
              <a:rPr lang="en-IN" sz="4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SHOBHA &amp; TOTAL ENVIRONMENT</a:t>
            </a:r>
          </a:p>
          <a:p>
            <a:endParaRPr lang="en-IN" sz="4100" b="1" dirty="0"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4100" b="1" dirty="0">
                <a:latin typeface="Arial" panose="020B0604020202020204" pitchFamily="34" charset="0"/>
                <a:cs typeface="Arial" panose="020B0604020202020204" pitchFamily="34" charset="0"/>
              </a:rPr>
              <a:t>3BHK &amp; 4BHK </a:t>
            </a:r>
            <a:r>
              <a:rPr lang="en-IN" sz="4100" dirty="0">
                <a:latin typeface="Arial" panose="020B0604020202020204" pitchFamily="34" charset="0"/>
                <a:cs typeface="Arial" panose="020B0604020202020204" pitchFamily="34" charset="0"/>
              </a:rPr>
              <a:t>dominate overall demand</a:t>
            </a:r>
          </a:p>
          <a:p>
            <a:endParaRPr lang="en-IN" sz="4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4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WHITEFIELD </a:t>
            </a:r>
            <a:r>
              <a:rPr lang="en-IN" sz="4100" dirty="0" err="1">
                <a:latin typeface="Arial" panose="020B0604020202020204" pitchFamily="34" charset="0"/>
                <a:cs typeface="Arial" panose="020B0604020202020204" pitchFamily="34" charset="0"/>
              </a:rPr>
              <a:t>favors</a:t>
            </a:r>
            <a:r>
              <a:rPr lang="en-IN" sz="4100" dirty="0">
                <a:latin typeface="Arial" panose="020B0604020202020204" pitchFamily="34" charset="0"/>
                <a:cs typeface="Arial" panose="020B0604020202020204" pitchFamily="34" charset="0"/>
              </a:rPr>
              <a:t> ultra-luxury (5BHK)</a:t>
            </a:r>
          </a:p>
          <a:p>
            <a:endParaRPr lang="en-IN" sz="4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4100" dirty="0">
                <a:latin typeface="Arial" panose="020B0604020202020204" pitchFamily="34" charset="0"/>
                <a:cs typeface="Arial" panose="020B0604020202020204" pitchFamily="34" charset="0"/>
              </a:rPr>
              <a:t>Online is strongest sales channel overall</a:t>
            </a:r>
          </a:p>
          <a:p>
            <a:endParaRPr lang="en-IN" sz="4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4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JAYANAGAR</a:t>
            </a:r>
            <a:r>
              <a:rPr lang="en-IN" sz="4100" dirty="0">
                <a:latin typeface="Arial" panose="020B0604020202020204" pitchFamily="34" charset="0"/>
                <a:cs typeface="Arial" panose="020B0604020202020204" pitchFamily="34" charset="0"/>
              </a:rPr>
              <a:t> shows peak quarterly demand</a:t>
            </a:r>
          </a:p>
          <a:p>
            <a:endParaRPr lang="en-IN" sz="4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4100" dirty="0">
                <a:latin typeface="Arial" panose="020B0604020202020204" pitchFamily="34" charset="0"/>
                <a:cs typeface="Arial" panose="020B0604020202020204" pitchFamily="34" charset="0"/>
              </a:rPr>
              <a:t>Booking rate appears 100% across segments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66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EA85-AACD-A9F6-0204-63E599EC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78172"/>
          </a:xfrm>
        </p:spPr>
        <p:txBody>
          <a:bodyPr/>
          <a:lstStyle/>
          <a:p>
            <a:pPr algn="ctr"/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B27B-4B34-46DB-012C-E7730B72F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9366"/>
            <a:ext cx="11353800" cy="5199797"/>
          </a:xfrm>
        </p:spPr>
        <p:txBody>
          <a:bodyPr>
            <a:normAutofit fontScale="92500" lnSpcReduction="20000"/>
          </a:bodyPr>
          <a:lstStyle/>
          <a:p>
            <a:r>
              <a:rPr lang="en-IN" sz="3500" b="1" dirty="0">
                <a:latin typeface="Arial" panose="020B0604020202020204" pitchFamily="34" charset="0"/>
                <a:cs typeface="Arial" panose="020B0604020202020204" pitchFamily="34" charset="0"/>
              </a:rPr>
              <a:t>This project demonstrates</a:t>
            </a:r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End-to-end data pipeline 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PostgreSQL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Power BI advanced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Interactive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Business-driven insights</a:t>
            </a:r>
          </a:p>
          <a:p>
            <a:pPr marL="0" indent="0">
              <a:buNone/>
            </a:pPr>
            <a:r>
              <a:rPr lang="en-IN" sz="35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The dashboard supports:</a:t>
            </a:r>
          </a:p>
          <a:p>
            <a:pPr marL="0" indent="0" algn="just">
              <a:buNone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1.Builder performance tracking</a:t>
            </a:r>
          </a:p>
          <a:p>
            <a:pPr marL="0" indent="0" algn="just">
              <a:buNone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2.Market trend analysis</a:t>
            </a:r>
          </a:p>
          <a:p>
            <a:pPr marL="0" indent="0" algn="just">
              <a:buNone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3.Revenue benchmarking</a:t>
            </a:r>
          </a:p>
          <a:p>
            <a:pPr marL="0" indent="0" algn="just">
              <a:buNone/>
            </a:pP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4.Strategic sales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02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536</Words>
  <Application>Microsoft Office PowerPoint</Application>
  <PresentationFormat>Widescreen</PresentationFormat>
  <Paragraphs>133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LUXURY HOUSING SALES ANALYSIS –                      BENGALURU</vt:lpstr>
      <vt:lpstr>This project focuses on:</vt:lpstr>
      <vt:lpstr>PROJECT ARCHITECTURE</vt:lpstr>
      <vt:lpstr>Bookings varied from quarter to quarter across different micro-markets.</vt:lpstr>
      <vt:lpstr>BUILDER PERFORMANCE</vt:lpstr>
      <vt:lpstr>Amenity Score linked to Booking Success?</vt:lpstr>
      <vt:lpstr>CONFIGURATION DEMAND </vt:lpstr>
      <vt:lpstr> SALES CHANNEL EFFICIENCY</vt:lpstr>
      <vt:lpstr>QUARTERLY BUILDER CONTRIBUTION </vt:lpstr>
      <vt:lpstr>POSSESSION STATUS</vt:lpstr>
      <vt:lpstr>GEOGRAPHICAL INSIGHTS</vt:lpstr>
      <vt:lpstr>TOP 5 BUILDERS </vt:lpstr>
      <vt:lpstr>TOTAL REVENUE CARD</vt:lpstr>
      <vt:lpstr>KEY 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sumathi j</dc:creator>
  <cp:lastModifiedBy>sumathi j</cp:lastModifiedBy>
  <cp:revision>1</cp:revision>
  <dcterms:created xsi:type="dcterms:W3CDTF">2026-03-01T09:45:13Z</dcterms:created>
  <dcterms:modified xsi:type="dcterms:W3CDTF">2026-03-02T06:04:51Z</dcterms:modified>
</cp:coreProperties>
</file>